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0" r:id="rId3"/>
    <p:sldId id="264" r:id="rId4"/>
    <p:sldId id="259" r:id="rId5"/>
    <p:sldId id="261" r:id="rId6"/>
    <p:sldId id="262" r:id="rId7"/>
    <p:sldId id="265" r:id="rId8"/>
    <p:sldId id="266" r:id="rId9"/>
    <p:sldId id="267" r:id="rId10"/>
    <p:sldId id="268" r:id="rId11"/>
    <p:sldId id="269" r:id="rId12"/>
    <p:sldId id="270" r:id="rId13"/>
    <p:sldId id="271" r:id="rId14"/>
    <p:sldId id="272" r:id="rId15"/>
    <p:sldId id="273" r:id="rId16"/>
    <p:sldId id="274"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E68A33-4B6D-4525-8544-ECA2FE63E165}" v="44" dt="2025-04-11T16:18:46.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8" d="100"/>
          <a:sy n="68" d="100"/>
        </p:scale>
        <p:origin x="1008"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el, YashMilinkumar" userId="9fbd1a08-d771-4c54-a6d6-d2b60515e1d6" providerId="ADAL" clId="{5CE68A33-4B6D-4525-8544-ECA2FE63E165}"/>
    <pc:docChg chg="undo custSel addSld delSld modSld">
      <pc:chgData name="Patel, YashMilinkumar" userId="9fbd1a08-d771-4c54-a6d6-d2b60515e1d6" providerId="ADAL" clId="{5CE68A33-4B6D-4525-8544-ECA2FE63E165}" dt="2025-04-11T16:21:03.095" v="492"/>
      <pc:docMkLst>
        <pc:docMk/>
      </pc:docMkLst>
      <pc:sldChg chg="addSp delSp modSp new mod setBg setClrOvrMap">
        <pc:chgData name="Patel, YashMilinkumar" userId="9fbd1a08-d771-4c54-a6d6-d2b60515e1d6" providerId="ADAL" clId="{5CE68A33-4B6D-4525-8544-ECA2FE63E165}" dt="2025-04-11T14:46:33.669" v="93" actId="14100"/>
        <pc:sldMkLst>
          <pc:docMk/>
          <pc:sldMk cId="1340893826" sldId="265"/>
        </pc:sldMkLst>
        <pc:spChg chg="mod ord">
          <ac:chgData name="Patel, YashMilinkumar" userId="9fbd1a08-d771-4c54-a6d6-d2b60515e1d6" providerId="ADAL" clId="{5CE68A33-4B6D-4525-8544-ECA2FE63E165}" dt="2025-04-11T14:46:15.715" v="88" actId="1076"/>
          <ac:spMkLst>
            <pc:docMk/>
            <pc:sldMk cId="1340893826" sldId="265"/>
            <ac:spMk id="2" creationId="{D53B23D0-8296-85FB-7EAC-D50651E4EA9E}"/>
          </ac:spMkLst>
        </pc:spChg>
        <pc:spChg chg="del mod">
          <ac:chgData name="Patel, YashMilinkumar" userId="9fbd1a08-d771-4c54-a6d6-d2b60515e1d6" providerId="ADAL" clId="{5CE68A33-4B6D-4525-8544-ECA2FE63E165}" dt="2025-04-11T14:40:19.598" v="33" actId="931"/>
          <ac:spMkLst>
            <pc:docMk/>
            <pc:sldMk cId="1340893826" sldId="265"/>
            <ac:spMk id="3" creationId="{4B6D61A6-52FC-19D6-B607-FCB32227AE64}"/>
          </ac:spMkLst>
        </pc:spChg>
        <pc:spChg chg="add del mod">
          <ac:chgData name="Patel, YashMilinkumar" userId="9fbd1a08-d771-4c54-a6d6-d2b60515e1d6" providerId="ADAL" clId="{5CE68A33-4B6D-4525-8544-ECA2FE63E165}" dt="2025-04-11T14:41:39.913" v="45" actId="26606"/>
          <ac:spMkLst>
            <pc:docMk/>
            <pc:sldMk cId="1340893826" sldId="265"/>
            <ac:spMk id="4" creationId="{FFF95339-E3B6-13C0-08A1-470B0F7F0E19}"/>
          </ac:spMkLst>
        </pc:spChg>
        <pc:spChg chg="add del mod">
          <ac:chgData name="Patel, YashMilinkumar" userId="9fbd1a08-d771-4c54-a6d6-d2b60515e1d6" providerId="ADAL" clId="{5CE68A33-4B6D-4525-8544-ECA2FE63E165}" dt="2025-04-11T14:40:59.165" v="40" actId="931"/>
          <ac:spMkLst>
            <pc:docMk/>
            <pc:sldMk cId="1340893826" sldId="265"/>
            <ac:spMk id="8" creationId="{491749DB-8F59-7108-CB62-A51606C8A1A0}"/>
          </ac:spMkLst>
        </pc:spChg>
        <pc:spChg chg="add del">
          <ac:chgData name="Patel, YashMilinkumar" userId="9fbd1a08-d771-4c54-a6d6-d2b60515e1d6" providerId="ADAL" clId="{5CE68A33-4B6D-4525-8544-ECA2FE63E165}" dt="2025-04-11T14:42:17.698" v="52" actId="26606"/>
          <ac:spMkLst>
            <pc:docMk/>
            <pc:sldMk cId="1340893826" sldId="265"/>
            <ac:spMk id="19" creationId="{C0763A76-9F1C-4FC5-82B7-DD475DA461B2}"/>
          </ac:spMkLst>
        </pc:spChg>
        <pc:spChg chg="add del">
          <ac:chgData name="Patel, YashMilinkumar" userId="9fbd1a08-d771-4c54-a6d6-d2b60515e1d6" providerId="ADAL" clId="{5CE68A33-4B6D-4525-8544-ECA2FE63E165}" dt="2025-04-11T14:42:17.698" v="52" actId="26606"/>
          <ac:spMkLst>
            <pc:docMk/>
            <pc:sldMk cId="1340893826" sldId="265"/>
            <ac:spMk id="21" creationId="{E81BF4F6-F2CF-4984-9D14-D6966D92F99F}"/>
          </ac:spMkLst>
        </pc:spChg>
        <pc:spChg chg="add del">
          <ac:chgData name="Patel, YashMilinkumar" userId="9fbd1a08-d771-4c54-a6d6-d2b60515e1d6" providerId="ADAL" clId="{5CE68A33-4B6D-4525-8544-ECA2FE63E165}" dt="2025-04-11T14:42:20.549" v="54" actId="26606"/>
          <ac:spMkLst>
            <pc:docMk/>
            <pc:sldMk cId="1340893826" sldId="265"/>
            <ac:spMk id="23" creationId="{B50AB553-2A96-4A92-96F2-93548E096954}"/>
          </ac:spMkLst>
        </pc:spChg>
        <pc:spChg chg="add del">
          <ac:chgData name="Patel, YashMilinkumar" userId="9fbd1a08-d771-4c54-a6d6-d2b60515e1d6" providerId="ADAL" clId="{5CE68A33-4B6D-4525-8544-ECA2FE63E165}" dt="2025-04-11T14:42:29.532" v="56" actId="26606"/>
          <ac:spMkLst>
            <pc:docMk/>
            <pc:sldMk cId="1340893826" sldId="265"/>
            <ac:spMk id="25" creationId="{B50AB553-2A96-4A92-96F2-93548E096954}"/>
          </ac:spMkLst>
        </pc:spChg>
        <pc:spChg chg="add">
          <ac:chgData name="Patel, YashMilinkumar" userId="9fbd1a08-d771-4c54-a6d6-d2b60515e1d6" providerId="ADAL" clId="{5CE68A33-4B6D-4525-8544-ECA2FE63E165}" dt="2025-04-11T14:46:02.624" v="85" actId="26606"/>
          <ac:spMkLst>
            <pc:docMk/>
            <pc:sldMk cId="1340893826" sldId="265"/>
            <ac:spMk id="53" creationId="{3EEB8ED6-9142-4A11-B029-18DDE98C4952}"/>
          </ac:spMkLst>
        </pc:spChg>
        <pc:grpChg chg="add del">
          <ac:chgData name="Patel, YashMilinkumar" userId="9fbd1a08-d771-4c54-a6d6-d2b60515e1d6" providerId="ADAL" clId="{5CE68A33-4B6D-4525-8544-ECA2FE63E165}" dt="2025-04-11T14:43:18.397" v="64" actId="26606"/>
          <ac:grpSpMkLst>
            <pc:docMk/>
            <pc:sldMk cId="1340893826" sldId="265"/>
            <ac:grpSpMk id="18" creationId="{6258F736-B256-8039-9DC6-F4E49A5C5AD5}"/>
          </ac:grpSpMkLst>
        </pc:grpChg>
        <pc:grpChg chg="add del">
          <ac:chgData name="Patel, YashMilinkumar" userId="9fbd1a08-d771-4c54-a6d6-d2b60515e1d6" providerId="ADAL" clId="{5CE68A33-4B6D-4525-8544-ECA2FE63E165}" dt="2025-04-11T14:43:26.495" v="66" actId="26606"/>
          <ac:grpSpMkLst>
            <pc:docMk/>
            <pc:sldMk cId="1340893826" sldId="265"/>
            <ac:grpSpMk id="24" creationId="{1FD67D68-9B83-C338-8342-3348D8F22347}"/>
          </ac:grpSpMkLst>
        </pc:grpChg>
        <pc:grpChg chg="add del">
          <ac:chgData name="Patel, YashMilinkumar" userId="9fbd1a08-d771-4c54-a6d6-d2b60515e1d6" providerId="ADAL" clId="{5CE68A33-4B6D-4525-8544-ECA2FE63E165}" dt="2025-04-11T14:42:52.344" v="58" actId="26606"/>
          <ac:grpSpMkLst>
            <pc:docMk/>
            <pc:sldMk cId="1340893826" sldId="265"/>
            <ac:grpSpMk id="27" creationId="{1FD67D68-9B83-C338-8342-3348D8F22347}"/>
          </ac:grpSpMkLst>
        </pc:grpChg>
        <pc:grpChg chg="add del">
          <ac:chgData name="Patel, YashMilinkumar" userId="9fbd1a08-d771-4c54-a6d6-d2b60515e1d6" providerId="ADAL" clId="{5CE68A33-4B6D-4525-8544-ECA2FE63E165}" dt="2025-04-11T14:44:25.782" v="76" actId="26606"/>
          <ac:grpSpMkLst>
            <pc:docMk/>
            <pc:sldMk cId="1340893826" sldId="265"/>
            <ac:grpSpMk id="33" creationId="{1FD67D68-9B83-C338-8342-3348D8F22347}"/>
          </ac:grpSpMkLst>
        </pc:grpChg>
        <pc:grpChg chg="add del">
          <ac:chgData name="Patel, YashMilinkumar" userId="9fbd1a08-d771-4c54-a6d6-d2b60515e1d6" providerId="ADAL" clId="{5CE68A33-4B6D-4525-8544-ECA2FE63E165}" dt="2025-04-11T14:44:11.114" v="73" actId="26606"/>
          <ac:grpSpMkLst>
            <pc:docMk/>
            <pc:sldMk cId="1340893826" sldId="265"/>
            <ac:grpSpMk id="40" creationId="{1FD67D68-9B83-C338-8342-3348D8F22347}"/>
          </ac:grpSpMkLst>
        </pc:grpChg>
        <pc:grpChg chg="add del">
          <ac:chgData name="Patel, YashMilinkumar" userId="9fbd1a08-d771-4c54-a6d6-d2b60515e1d6" providerId="ADAL" clId="{5CE68A33-4B6D-4525-8544-ECA2FE63E165}" dt="2025-04-11T14:44:25.718" v="75" actId="26606"/>
          <ac:grpSpMkLst>
            <pc:docMk/>
            <pc:sldMk cId="1340893826" sldId="265"/>
            <ac:grpSpMk id="44" creationId="{1FD67D68-9B83-C338-8342-3348D8F22347}"/>
          </ac:grpSpMkLst>
        </pc:grpChg>
        <pc:grpChg chg="add del">
          <ac:chgData name="Patel, YashMilinkumar" userId="9fbd1a08-d771-4c54-a6d6-d2b60515e1d6" providerId="ADAL" clId="{5CE68A33-4B6D-4525-8544-ECA2FE63E165}" dt="2025-04-11T14:46:02.624" v="85" actId="26606"/>
          <ac:grpSpMkLst>
            <pc:docMk/>
            <pc:sldMk cId="1340893826" sldId="265"/>
            <ac:grpSpMk id="48" creationId="{1FD67D68-9B83-C338-8342-3348D8F22347}"/>
          </ac:grpSpMkLst>
        </pc:grpChg>
        <pc:graphicFrameChg chg="add del">
          <ac:chgData name="Patel, YashMilinkumar" userId="9fbd1a08-d771-4c54-a6d6-d2b60515e1d6" providerId="ADAL" clId="{5CE68A33-4B6D-4525-8544-ECA2FE63E165}" dt="2025-04-11T14:41:39.870" v="44" actId="26606"/>
          <ac:graphicFrameMkLst>
            <pc:docMk/>
            <pc:sldMk cId="1340893826" sldId="265"/>
            <ac:graphicFrameMk id="12" creationId="{48830498-DD7A-ED72-624A-A3E5966852C8}"/>
          </ac:graphicFrameMkLst>
        </pc:graphicFrameChg>
        <pc:graphicFrameChg chg="add mod modGraphic">
          <ac:chgData name="Patel, YashMilinkumar" userId="9fbd1a08-d771-4c54-a6d6-d2b60515e1d6" providerId="ADAL" clId="{5CE68A33-4B6D-4525-8544-ECA2FE63E165}" dt="2025-04-11T14:46:30.256" v="92" actId="1076"/>
          <ac:graphicFrameMkLst>
            <pc:docMk/>
            <pc:sldMk cId="1340893826" sldId="265"/>
            <ac:graphicFrameMk id="14" creationId="{69ECAFF9-25BE-446B-CFD5-438D9689235E}"/>
          </ac:graphicFrameMkLst>
        </pc:graphicFrameChg>
        <pc:picChg chg="add del mod">
          <ac:chgData name="Patel, YashMilinkumar" userId="9fbd1a08-d771-4c54-a6d6-d2b60515e1d6" providerId="ADAL" clId="{5CE68A33-4B6D-4525-8544-ECA2FE63E165}" dt="2025-04-11T14:40:53.480" v="39" actId="21"/>
          <ac:picMkLst>
            <pc:docMk/>
            <pc:sldMk cId="1340893826" sldId="265"/>
            <ac:picMk id="6" creationId="{D6F62FFB-671C-477C-B444-066F112C6A0A}"/>
          </ac:picMkLst>
        </pc:picChg>
        <pc:picChg chg="add mod">
          <ac:chgData name="Patel, YashMilinkumar" userId="9fbd1a08-d771-4c54-a6d6-d2b60515e1d6" providerId="ADAL" clId="{5CE68A33-4B6D-4525-8544-ECA2FE63E165}" dt="2025-04-11T14:46:33.669" v="93" actId="14100"/>
          <ac:picMkLst>
            <pc:docMk/>
            <pc:sldMk cId="1340893826" sldId="265"/>
            <ac:picMk id="10" creationId="{B5A5D983-8581-8BA5-3D8F-4A77F9998F77}"/>
          </ac:picMkLst>
        </pc:picChg>
        <pc:cxnChg chg="add del">
          <ac:chgData name="Patel, YashMilinkumar" userId="9fbd1a08-d771-4c54-a6d6-d2b60515e1d6" providerId="ADAL" clId="{5CE68A33-4B6D-4525-8544-ECA2FE63E165}" dt="2025-04-11T14:43:02.697" v="62" actId="26606"/>
          <ac:cxnSpMkLst>
            <pc:docMk/>
            <pc:sldMk cId="1340893826" sldId="265"/>
            <ac:cxnSpMk id="16" creationId="{1503BFE4-729B-D9D0-C17B-501E6AF1127A}"/>
          </ac:cxnSpMkLst>
        </pc:cxnChg>
      </pc:sldChg>
      <pc:sldChg chg="del">
        <pc:chgData name="Patel, YashMilinkumar" userId="9fbd1a08-d771-4c54-a6d6-d2b60515e1d6" providerId="ADAL" clId="{5CE68A33-4B6D-4525-8544-ECA2FE63E165}" dt="2025-04-11T14:09:36.042" v="0" actId="47"/>
        <pc:sldMkLst>
          <pc:docMk/>
          <pc:sldMk cId="2525837819" sldId="265"/>
        </pc:sldMkLst>
      </pc:sldChg>
      <pc:sldChg chg="addSp delSp modSp new mod setBg">
        <pc:chgData name="Patel, YashMilinkumar" userId="9fbd1a08-d771-4c54-a6d6-d2b60515e1d6" providerId="ADAL" clId="{5CE68A33-4B6D-4525-8544-ECA2FE63E165}" dt="2025-04-11T14:55:45.854" v="136" actId="26606"/>
        <pc:sldMkLst>
          <pc:docMk/>
          <pc:sldMk cId="3664207517" sldId="266"/>
        </pc:sldMkLst>
        <pc:spChg chg="mod">
          <ac:chgData name="Patel, YashMilinkumar" userId="9fbd1a08-d771-4c54-a6d6-d2b60515e1d6" providerId="ADAL" clId="{5CE68A33-4B6D-4525-8544-ECA2FE63E165}" dt="2025-04-11T14:55:45.854" v="136" actId="26606"/>
          <ac:spMkLst>
            <pc:docMk/>
            <pc:sldMk cId="3664207517" sldId="266"/>
            <ac:spMk id="2" creationId="{D66BFBBC-1127-E5F8-C966-4169428FC8CD}"/>
          </ac:spMkLst>
        </pc:spChg>
        <pc:spChg chg="del mod">
          <ac:chgData name="Patel, YashMilinkumar" userId="9fbd1a08-d771-4c54-a6d6-d2b60515e1d6" providerId="ADAL" clId="{5CE68A33-4B6D-4525-8544-ECA2FE63E165}" dt="2025-04-11T14:52:20.786" v="120" actId="931"/>
          <ac:spMkLst>
            <pc:docMk/>
            <pc:sldMk cId="3664207517" sldId="266"/>
            <ac:spMk id="3" creationId="{964DDE5C-99EB-4224-CB8F-A82F33F4820C}"/>
          </ac:spMkLst>
        </pc:spChg>
        <pc:spChg chg="mod">
          <ac:chgData name="Patel, YashMilinkumar" userId="9fbd1a08-d771-4c54-a6d6-d2b60515e1d6" providerId="ADAL" clId="{5CE68A33-4B6D-4525-8544-ECA2FE63E165}" dt="2025-04-11T14:55:45.854" v="136" actId="26606"/>
          <ac:spMkLst>
            <pc:docMk/>
            <pc:sldMk cId="3664207517" sldId="266"/>
            <ac:spMk id="4" creationId="{2CAFBA99-BC14-46B5-CF70-FD4A9CA47FDA}"/>
          </ac:spMkLst>
        </pc:spChg>
        <pc:spChg chg="add del">
          <ac:chgData name="Patel, YashMilinkumar" userId="9fbd1a08-d771-4c54-a6d6-d2b60515e1d6" providerId="ADAL" clId="{5CE68A33-4B6D-4525-8544-ECA2FE63E165}" dt="2025-04-11T14:55:45.854" v="136" actId="26606"/>
          <ac:spMkLst>
            <pc:docMk/>
            <pc:sldMk cId="3664207517" sldId="266"/>
            <ac:spMk id="11" creationId="{DBC6133C-0615-4CE4-9132-37E609A9BDFA}"/>
          </ac:spMkLst>
        </pc:spChg>
        <pc:spChg chg="add del">
          <ac:chgData name="Patel, YashMilinkumar" userId="9fbd1a08-d771-4c54-a6d6-d2b60515e1d6" providerId="ADAL" clId="{5CE68A33-4B6D-4525-8544-ECA2FE63E165}" dt="2025-04-11T14:55:45.854" v="136" actId="26606"/>
          <ac:spMkLst>
            <pc:docMk/>
            <pc:sldMk cId="3664207517" sldId="266"/>
            <ac:spMk id="13" creationId="{169CC832-2974-4E8D-90ED-3E2941BA7336}"/>
          </ac:spMkLst>
        </pc:spChg>
        <pc:spChg chg="add del">
          <ac:chgData name="Patel, YashMilinkumar" userId="9fbd1a08-d771-4c54-a6d6-d2b60515e1d6" providerId="ADAL" clId="{5CE68A33-4B6D-4525-8544-ECA2FE63E165}" dt="2025-04-11T14:55:45.854" v="136" actId="26606"/>
          <ac:spMkLst>
            <pc:docMk/>
            <pc:sldMk cId="3664207517" sldId="266"/>
            <ac:spMk id="15" creationId="{55222F96-971A-4F90-B841-6BAB416C7AC1}"/>
          </ac:spMkLst>
        </pc:spChg>
        <pc:spChg chg="add del">
          <ac:chgData name="Patel, YashMilinkumar" userId="9fbd1a08-d771-4c54-a6d6-d2b60515e1d6" providerId="ADAL" clId="{5CE68A33-4B6D-4525-8544-ECA2FE63E165}" dt="2025-04-11T14:55:45.854" v="136" actId="26606"/>
          <ac:spMkLst>
            <pc:docMk/>
            <pc:sldMk cId="3664207517" sldId="266"/>
            <ac:spMk id="17" creationId="{08980754-6F4B-43C9-B9BE-127B6BED6586}"/>
          </ac:spMkLst>
        </pc:spChg>
        <pc:spChg chg="add del">
          <ac:chgData name="Patel, YashMilinkumar" userId="9fbd1a08-d771-4c54-a6d6-d2b60515e1d6" providerId="ADAL" clId="{5CE68A33-4B6D-4525-8544-ECA2FE63E165}" dt="2025-04-11T14:55:45.854" v="136" actId="26606"/>
          <ac:spMkLst>
            <pc:docMk/>
            <pc:sldMk cId="3664207517" sldId="266"/>
            <ac:spMk id="19" creationId="{2C1BBA94-3F40-40AA-8BB9-E69E25E537C1}"/>
          </ac:spMkLst>
        </pc:spChg>
        <pc:spChg chg="add del">
          <ac:chgData name="Patel, YashMilinkumar" userId="9fbd1a08-d771-4c54-a6d6-d2b60515e1d6" providerId="ADAL" clId="{5CE68A33-4B6D-4525-8544-ECA2FE63E165}" dt="2025-04-11T14:55:30.563" v="133" actId="26606"/>
          <ac:spMkLst>
            <pc:docMk/>
            <pc:sldMk cId="3664207517" sldId="266"/>
            <ac:spMk id="24" creationId="{03AF1C04-3FEF-41BD-BB84-2F263765BEBC}"/>
          </ac:spMkLst>
        </pc:spChg>
        <pc:spChg chg="add del">
          <ac:chgData name="Patel, YashMilinkumar" userId="9fbd1a08-d771-4c54-a6d6-d2b60515e1d6" providerId="ADAL" clId="{5CE68A33-4B6D-4525-8544-ECA2FE63E165}" dt="2025-04-11T14:55:45.838" v="135" actId="26606"/>
          <ac:spMkLst>
            <pc:docMk/>
            <pc:sldMk cId="3664207517" sldId="266"/>
            <ac:spMk id="44" creationId="{A7AE9375-4664-4DB2-922D-2782A6E439AC}"/>
          </ac:spMkLst>
        </pc:spChg>
        <pc:spChg chg="add del">
          <ac:chgData name="Patel, YashMilinkumar" userId="9fbd1a08-d771-4c54-a6d6-d2b60515e1d6" providerId="ADAL" clId="{5CE68A33-4B6D-4525-8544-ECA2FE63E165}" dt="2025-04-11T14:55:45.838" v="135" actId="26606"/>
          <ac:spMkLst>
            <pc:docMk/>
            <pc:sldMk cId="3664207517" sldId="266"/>
            <ac:spMk id="46" creationId="{C87417AF-190E-4D6E-AFA6-7D3E84B0B430}"/>
          </ac:spMkLst>
        </pc:spChg>
        <pc:spChg chg="add del">
          <ac:chgData name="Patel, YashMilinkumar" userId="9fbd1a08-d771-4c54-a6d6-d2b60515e1d6" providerId="ADAL" clId="{5CE68A33-4B6D-4525-8544-ECA2FE63E165}" dt="2025-04-11T14:55:45.838" v="135" actId="26606"/>
          <ac:spMkLst>
            <pc:docMk/>
            <pc:sldMk cId="3664207517" sldId="266"/>
            <ac:spMk id="47" creationId="{80B30ED8-273E-4C07-8568-2FE5CC5C483D}"/>
          </ac:spMkLst>
        </pc:spChg>
        <pc:spChg chg="add">
          <ac:chgData name="Patel, YashMilinkumar" userId="9fbd1a08-d771-4c54-a6d6-d2b60515e1d6" providerId="ADAL" clId="{5CE68A33-4B6D-4525-8544-ECA2FE63E165}" dt="2025-04-11T14:55:45.854" v="136" actId="26606"/>
          <ac:spMkLst>
            <pc:docMk/>
            <pc:sldMk cId="3664207517" sldId="266"/>
            <ac:spMk id="49" creationId="{E8A8EAB8-D2FF-444D-B34B-7D32F106AD0E}"/>
          </ac:spMkLst>
        </pc:spChg>
        <pc:picChg chg="add mod ord">
          <ac:chgData name="Patel, YashMilinkumar" userId="9fbd1a08-d771-4c54-a6d6-d2b60515e1d6" providerId="ADAL" clId="{5CE68A33-4B6D-4525-8544-ECA2FE63E165}" dt="2025-04-11T14:55:45.854" v="136" actId="26606"/>
          <ac:picMkLst>
            <pc:docMk/>
            <pc:sldMk cId="3664207517" sldId="266"/>
            <ac:picMk id="6" creationId="{0E879F34-2486-AD0A-3BD2-3D2702FA3A9C}"/>
          </ac:picMkLst>
        </pc:picChg>
        <pc:picChg chg="add mod ord">
          <ac:chgData name="Patel, YashMilinkumar" userId="9fbd1a08-d771-4c54-a6d6-d2b60515e1d6" providerId="ADAL" clId="{5CE68A33-4B6D-4525-8544-ECA2FE63E165}" dt="2025-04-11T14:55:45.854" v="136" actId="26606"/>
          <ac:picMkLst>
            <pc:docMk/>
            <pc:sldMk cId="3664207517" sldId="266"/>
            <ac:picMk id="8" creationId="{1AA71231-4F77-0EF0-11DB-D0ADD3623979}"/>
          </ac:picMkLst>
        </pc:picChg>
      </pc:sldChg>
      <pc:sldChg chg="addSp delSp modSp new mod setBg">
        <pc:chgData name="Patel, YashMilinkumar" userId="9fbd1a08-d771-4c54-a6d6-d2b60515e1d6" providerId="ADAL" clId="{5CE68A33-4B6D-4525-8544-ECA2FE63E165}" dt="2025-04-11T15:04:22.248" v="164" actId="26606"/>
        <pc:sldMkLst>
          <pc:docMk/>
          <pc:sldMk cId="3326915547" sldId="267"/>
        </pc:sldMkLst>
        <pc:spChg chg="mod">
          <ac:chgData name="Patel, YashMilinkumar" userId="9fbd1a08-d771-4c54-a6d6-d2b60515e1d6" providerId="ADAL" clId="{5CE68A33-4B6D-4525-8544-ECA2FE63E165}" dt="2025-04-11T15:04:22.248" v="164" actId="26606"/>
          <ac:spMkLst>
            <pc:docMk/>
            <pc:sldMk cId="3326915547" sldId="267"/>
            <ac:spMk id="2" creationId="{48952FBA-D2BA-4F73-5B1E-C593D06B9FE2}"/>
          </ac:spMkLst>
        </pc:spChg>
        <pc:spChg chg="del mod">
          <ac:chgData name="Patel, YashMilinkumar" userId="9fbd1a08-d771-4c54-a6d6-d2b60515e1d6" providerId="ADAL" clId="{5CE68A33-4B6D-4525-8544-ECA2FE63E165}" dt="2025-04-11T15:01:49.793" v="156" actId="931"/>
          <ac:spMkLst>
            <pc:docMk/>
            <pc:sldMk cId="3326915547" sldId="267"/>
            <ac:spMk id="3" creationId="{9D202D3B-5841-8AA4-1B35-87A159F31A66}"/>
          </ac:spMkLst>
        </pc:spChg>
        <pc:spChg chg="mod">
          <ac:chgData name="Patel, YashMilinkumar" userId="9fbd1a08-d771-4c54-a6d6-d2b60515e1d6" providerId="ADAL" clId="{5CE68A33-4B6D-4525-8544-ECA2FE63E165}" dt="2025-04-11T15:04:22.248" v="164" actId="26606"/>
          <ac:spMkLst>
            <pc:docMk/>
            <pc:sldMk cId="3326915547" sldId="267"/>
            <ac:spMk id="4" creationId="{9D237164-312F-4025-EC80-A016F0E9B244}"/>
          </ac:spMkLst>
        </pc:spChg>
        <pc:spChg chg="add del">
          <ac:chgData name="Patel, YashMilinkumar" userId="9fbd1a08-d771-4c54-a6d6-d2b60515e1d6" providerId="ADAL" clId="{5CE68A33-4B6D-4525-8544-ECA2FE63E165}" dt="2025-04-11T15:04:22.197" v="163" actId="26606"/>
          <ac:spMkLst>
            <pc:docMk/>
            <pc:sldMk cId="3326915547" sldId="267"/>
            <ac:spMk id="11" creationId="{C0763A76-9F1C-4FC5-82B7-DD475DA461B2}"/>
          </ac:spMkLst>
        </pc:spChg>
        <pc:spChg chg="add del">
          <ac:chgData name="Patel, YashMilinkumar" userId="9fbd1a08-d771-4c54-a6d6-d2b60515e1d6" providerId="ADAL" clId="{5CE68A33-4B6D-4525-8544-ECA2FE63E165}" dt="2025-04-11T15:04:22.197" v="163" actId="26606"/>
          <ac:spMkLst>
            <pc:docMk/>
            <pc:sldMk cId="3326915547" sldId="267"/>
            <ac:spMk id="13" creationId="{E81BF4F6-F2CF-4984-9D14-D6966D92F99F}"/>
          </ac:spMkLst>
        </pc:spChg>
        <pc:spChg chg="add">
          <ac:chgData name="Patel, YashMilinkumar" userId="9fbd1a08-d771-4c54-a6d6-d2b60515e1d6" providerId="ADAL" clId="{5CE68A33-4B6D-4525-8544-ECA2FE63E165}" dt="2025-04-11T15:04:22.248" v="164" actId="26606"/>
          <ac:spMkLst>
            <pc:docMk/>
            <pc:sldMk cId="3326915547" sldId="267"/>
            <ac:spMk id="15" creationId="{CF93DC6C-1BFD-4414-BF23-471C8831CA04}"/>
          </ac:spMkLst>
        </pc:spChg>
        <pc:spChg chg="add">
          <ac:chgData name="Patel, YashMilinkumar" userId="9fbd1a08-d771-4c54-a6d6-d2b60515e1d6" providerId="ADAL" clId="{5CE68A33-4B6D-4525-8544-ECA2FE63E165}" dt="2025-04-11T15:04:22.248" v="164" actId="26606"/>
          <ac:spMkLst>
            <pc:docMk/>
            <pc:sldMk cId="3326915547" sldId="267"/>
            <ac:spMk id="16" creationId="{637B2035-1FCB-439A-B421-095E136C7E07}"/>
          </ac:spMkLst>
        </pc:spChg>
        <pc:spChg chg="add">
          <ac:chgData name="Patel, YashMilinkumar" userId="9fbd1a08-d771-4c54-a6d6-d2b60515e1d6" providerId="ADAL" clId="{5CE68A33-4B6D-4525-8544-ECA2FE63E165}" dt="2025-04-11T15:04:22.248" v="164" actId="26606"/>
          <ac:spMkLst>
            <pc:docMk/>
            <pc:sldMk cId="3326915547" sldId="267"/>
            <ac:spMk id="17" creationId="{001928A5-13A8-4372-8A77-BCAAE5553E6F}"/>
          </ac:spMkLst>
        </pc:spChg>
        <pc:spChg chg="add">
          <ac:chgData name="Patel, YashMilinkumar" userId="9fbd1a08-d771-4c54-a6d6-d2b60515e1d6" providerId="ADAL" clId="{5CE68A33-4B6D-4525-8544-ECA2FE63E165}" dt="2025-04-11T15:04:22.248" v="164" actId="26606"/>
          <ac:spMkLst>
            <pc:docMk/>
            <pc:sldMk cId="3326915547" sldId="267"/>
            <ac:spMk id="18" creationId="{B39A1F5A-E57E-4178-8F57-A18DC747E5E1}"/>
          </ac:spMkLst>
        </pc:spChg>
        <pc:picChg chg="add mod ord">
          <ac:chgData name="Patel, YashMilinkumar" userId="9fbd1a08-d771-4c54-a6d6-d2b60515e1d6" providerId="ADAL" clId="{5CE68A33-4B6D-4525-8544-ECA2FE63E165}" dt="2025-04-11T15:04:22.248" v="164" actId="26606"/>
          <ac:picMkLst>
            <pc:docMk/>
            <pc:sldMk cId="3326915547" sldId="267"/>
            <ac:picMk id="6" creationId="{9895D88E-5882-973B-324B-E355E4D202C2}"/>
          </ac:picMkLst>
        </pc:picChg>
      </pc:sldChg>
      <pc:sldChg chg="addSp delSp modSp new mod setBg">
        <pc:chgData name="Patel, YashMilinkumar" userId="9fbd1a08-d771-4c54-a6d6-d2b60515e1d6" providerId="ADAL" clId="{5CE68A33-4B6D-4525-8544-ECA2FE63E165}" dt="2025-04-11T15:31:25.102" v="213" actId="1076"/>
        <pc:sldMkLst>
          <pc:docMk/>
          <pc:sldMk cId="709501082" sldId="268"/>
        </pc:sldMkLst>
        <pc:spChg chg="mod">
          <ac:chgData name="Patel, YashMilinkumar" userId="9fbd1a08-d771-4c54-a6d6-d2b60515e1d6" providerId="ADAL" clId="{5CE68A33-4B6D-4525-8544-ECA2FE63E165}" dt="2025-04-11T15:31:25.102" v="213" actId="1076"/>
          <ac:spMkLst>
            <pc:docMk/>
            <pc:sldMk cId="709501082" sldId="268"/>
            <ac:spMk id="2" creationId="{37D1FCF5-D340-CB2E-EFA4-8E69283B05DB}"/>
          </ac:spMkLst>
        </pc:spChg>
        <pc:spChg chg="del mod">
          <ac:chgData name="Patel, YashMilinkumar" userId="9fbd1a08-d771-4c54-a6d6-d2b60515e1d6" providerId="ADAL" clId="{5CE68A33-4B6D-4525-8544-ECA2FE63E165}" dt="2025-04-11T15:29:33.610" v="194" actId="26606"/>
          <ac:spMkLst>
            <pc:docMk/>
            <pc:sldMk cId="709501082" sldId="268"/>
            <ac:spMk id="3" creationId="{23D369DB-4F06-1804-2606-1135C249FB12}"/>
          </ac:spMkLst>
        </pc:spChg>
        <pc:spChg chg="add del">
          <ac:chgData name="Patel, YashMilinkumar" userId="9fbd1a08-d771-4c54-a6d6-d2b60515e1d6" providerId="ADAL" clId="{5CE68A33-4B6D-4525-8544-ECA2FE63E165}" dt="2025-04-11T15:30:15.881" v="200" actId="26606"/>
          <ac:spMkLst>
            <pc:docMk/>
            <pc:sldMk cId="709501082" sldId="268"/>
            <ac:spMk id="12" creationId="{637B2035-1FCB-439A-B421-095E136C7E07}"/>
          </ac:spMkLst>
        </pc:spChg>
        <pc:spChg chg="add del">
          <ac:chgData name="Patel, YashMilinkumar" userId="9fbd1a08-d771-4c54-a6d6-d2b60515e1d6" providerId="ADAL" clId="{5CE68A33-4B6D-4525-8544-ECA2FE63E165}" dt="2025-04-11T15:30:15.881" v="200" actId="26606"/>
          <ac:spMkLst>
            <pc:docMk/>
            <pc:sldMk cId="709501082" sldId="268"/>
            <ac:spMk id="14" creationId="{B39A1F5A-E57E-4178-8F57-A18DC747E5E1}"/>
          </ac:spMkLst>
        </pc:spChg>
        <pc:spChg chg="add del">
          <ac:chgData name="Patel, YashMilinkumar" userId="9fbd1a08-d771-4c54-a6d6-d2b60515e1d6" providerId="ADAL" clId="{5CE68A33-4B6D-4525-8544-ECA2FE63E165}" dt="2025-04-11T15:30:15.881" v="200" actId="26606"/>
          <ac:spMkLst>
            <pc:docMk/>
            <pc:sldMk cId="709501082" sldId="268"/>
            <ac:spMk id="16" creationId="{CF93DC6C-1BFD-4414-BF23-471C8831CA04}"/>
          </ac:spMkLst>
        </pc:spChg>
        <pc:spChg chg="add del">
          <ac:chgData name="Patel, YashMilinkumar" userId="9fbd1a08-d771-4c54-a6d6-d2b60515e1d6" providerId="ADAL" clId="{5CE68A33-4B6D-4525-8544-ECA2FE63E165}" dt="2025-04-11T15:30:15.881" v="200" actId="26606"/>
          <ac:spMkLst>
            <pc:docMk/>
            <pc:sldMk cId="709501082" sldId="268"/>
            <ac:spMk id="18" creationId="{001928A5-13A8-4372-8A77-BCAAE5553E6F}"/>
          </ac:spMkLst>
        </pc:spChg>
        <pc:spChg chg="add">
          <ac:chgData name="Patel, YashMilinkumar" userId="9fbd1a08-d771-4c54-a6d6-d2b60515e1d6" providerId="ADAL" clId="{5CE68A33-4B6D-4525-8544-ECA2FE63E165}" dt="2025-04-11T15:30:16.071" v="201" actId="26606"/>
          <ac:spMkLst>
            <pc:docMk/>
            <pc:sldMk cId="709501082" sldId="268"/>
            <ac:spMk id="20" creationId="{637B2035-1FCB-439A-B421-095E136C7E07}"/>
          </ac:spMkLst>
        </pc:spChg>
        <pc:spChg chg="add">
          <ac:chgData name="Patel, YashMilinkumar" userId="9fbd1a08-d771-4c54-a6d6-d2b60515e1d6" providerId="ADAL" clId="{5CE68A33-4B6D-4525-8544-ECA2FE63E165}" dt="2025-04-11T15:30:16.071" v="201" actId="26606"/>
          <ac:spMkLst>
            <pc:docMk/>
            <pc:sldMk cId="709501082" sldId="268"/>
            <ac:spMk id="21" creationId="{B39A1F5A-E57E-4178-8F57-A18DC747E5E1}"/>
          </ac:spMkLst>
        </pc:spChg>
        <pc:spChg chg="add">
          <ac:chgData name="Patel, YashMilinkumar" userId="9fbd1a08-d771-4c54-a6d6-d2b60515e1d6" providerId="ADAL" clId="{5CE68A33-4B6D-4525-8544-ECA2FE63E165}" dt="2025-04-11T15:30:16.071" v="201" actId="26606"/>
          <ac:spMkLst>
            <pc:docMk/>
            <pc:sldMk cId="709501082" sldId="268"/>
            <ac:spMk id="22" creationId="{CF93DC6C-1BFD-4414-BF23-471C8831CA04}"/>
          </ac:spMkLst>
        </pc:spChg>
        <pc:spChg chg="add">
          <ac:chgData name="Patel, YashMilinkumar" userId="9fbd1a08-d771-4c54-a6d6-d2b60515e1d6" providerId="ADAL" clId="{5CE68A33-4B6D-4525-8544-ECA2FE63E165}" dt="2025-04-11T15:30:16.071" v="201" actId="26606"/>
          <ac:spMkLst>
            <pc:docMk/>
            <pc:sldMk cId="709501082" sldId="268"/>
            <ac:spMk id="23" creationId="{001928A5-13A8-4372-8A77-BCAAE5553E6F}"/>
          </ac:spMkLst>
        </pc:spChg>
        <pc:graphicFrameChg chg="add mod ord modGraphic">
          <ac:chgData name="Patel, YashMilinkumar" userId="9fbd1a08-d771-4c54-a6d6-d2b60515e1d6" providerId="ADAL" clId="{5CE68A33-4B6D-4525-8544-ECA2FE63E165}" dt="2025-04-11T15:30:48.331" v="207"/>
          <ac:graphicFrameMkLst>
            <pc:docMk/>
            <pc:sldMk cId="709501082" sldId="268"/>
            <ac:graphicFrameMk id="7" creationId="{520166B4-6942-8B4F-2F24-87D8740B2E21}"/>
          </ac:graphicFrameMkLst>
        </pc:graphicFrameChg>
        <pc:picChg chg="add mod">
          <ac:chgData name="Patel, YashMilinkumar" userId="9fbd1a08-d771-4c54-a6d6-d2b60515e1d6" providerId="ADAL" clId="{5CE68A33-4B6D-4525-8544-ECA2FE63E165}" dt="2025-04-11T15:31:13.161" v="212" actId="14100"/>
          <ac:picMkLst>
            <pc:docMk/>
            <pc:sldMk cId="709501082" sldId="268"/>
            <ac:picMk id="5" creationId="{75CFA344-10FB-71A0-9491-6784392EA442}"/>
          </ac:picMkLst>
        </pc:picChg>
      </pc:sldChg>
      <pc:sldChg chg="new del">
        <pc:chgData name="Patel, YashMilinkumar" userId="9fbd1a08-d771-4c54-a6d6-d2b60515e1d6" providerId="ADAL" clId="{5CE68A33-4B6D-4525-8544-ECA2FE63E165}" dt="2025-04-11T15:13:04.791" v="166" actId="47"/>
        <pc:sldMkLst>
          <pc:docMk/>
          <pc:sldMk cId="1567934045" sldId="268"/>
        </pc:sldMkLst>
      </pc:sldChg>
      <pc:sldChg chg="addSp delSp modSp new del mod">
        <pc:chgData name="Patel, YashMilinkumar" userId="9fbd1a08-d771-4c54-a6d6-d2b60515e1d6" providerId="ADAL" clId="{5CE68A33-4B6D-4525-8544-ECA2FE63E165}" dt="2025-04-11T15:39:00.730" v="246" actId="47"/>
        <pc:sldMkLst>
          <pc:docMk/>
          <pc:sldMk cId="692743802" sldId="269"/>
        </pc:sldMkLst>
        <pc:spChg chg="mod">
          <ac:chgData name="Patel, YashMilinkumar" userId="9fbd1a08-d771-4c54-a6d6-d2b60515e1d6" providerId="ADAL" clId="{5CE68A33-4B6D-4525-8544-ECA2FE63E165}" dt="2025-04-11T15:38:34.669" v="245" actId="20577"/>
          <ac:spMkLst>
            <pc:docMk/>
            <pc:sldMk cId="692743802" sldId="269"/>
            <ac:spMk id="3" creationId="{B875FCD6-111A-350E-9592-FD38758B0EB1}"/>
          </ac:spMkLst>
        </pc:spChg>
        <pc:spChg chg="add del mod">
          <ac:chgData name="Patel, YashMilinkumar" userId="9fbd1a08-d771-4c54-a6d6-d2b60515e1d6" providerId="ADAL" clId="{5CE68A33-4B6D-4525-8544-ECA2FE63E165}" dt="2025-04-11T15:38:26.634" v="243" actId="478"/>
          <ac:spMkLst>
            <pc:docMk/>
            <pc:sldMk cId="692743802" sldId="269"/>
            <ac:spMk id="5" creationId="{900542FF-59DA-4D4A-8B0E-8A0C50EFB600}"/>
          </ac:spMkLst>
        </pc:spChg>
        <pc:graphicFrameChg chg="add del mod">
          <ac:chgData name="Patel, YashMilinkumar" userId="9fbd1a08-d771-4c54-a6d6-d2b60515e1d6" providerId="ADAL" clId="{5CE68A33-4B6D-4525-8544-ECA2FE63E165}" dt="2025-04-11T15:38:26.634" v="243" actId="478"/>
          <ac:graphicFrameMkLst>
            <pc:docMk/>
            <pc:sldMk cId="692743802" sldId="269"/>
            <ac:graphicFrameMk id="4" creationId="{C7D4873A-1D65-8AE7-DAF9-FABA863EE754}"/>
          </ac:graphicFrameMkLst>
        </pc:graphicFrameChg>
      </pc:sldChg>
      <pc:sldChg chg="delSp modSp new del mod modClrScheme chgLayout">
        <pc:chgData name="Patel, YashMilinkumar" userId="9fbd1a08-d771-4c54-a6d6-d2b60515e1d6" providerId="ADAL" clId="{5CE68A33-4B6D-4525-8544-ECA2FE63E165}" dt="2025-04-11T15:36:46.445" v="223" actId="47"/>
        <pc:sldMkLst>
          <pc:docMk/>
          <pc:sldMk cId="2137587667" sldId="269"/>
        </pc:sldMkLst>
        <pc:spChg chg="mod ord">
          <ac:chgData name="Patel, YashMilinkumar" userId="9fbd1a08-d771-4c54-a6d6-d2b60515e1d6" providerId="ADAL" clId="{5CE68A33-4B6D-4525-8544-ECA2FE63E165}" dt="2025-04-11T15:36:38.854" v="221" actId="700"/>
          <ac:spMkLst>
            <pc:docMk/>
            <pc:sldMk cId="2137587667" sldId="269"/>
            <ac:spMk id="2" creationId="{5454DBA9-6022-958E-5A25-799E6C34D5FD}"/>
          </ac:spMkLst>
        </pc:spChg>
        <pc:spChg chg="del mod">
          <ac:chgData name="Patel, YashMilinkumar" userId="9fbd1a08-d771-4c54-a6d6-d2b60515e1d6" providerId="ADAL" clId="{5CE68A33-4B6D-4525-8544-ECA2FE63E165}" dt="2025-04-11T15:33:59.667" v="220" actId="21"/>
          <ac:spMkLst>
            <pc:docMk/>
            <pc:sldMk cId="2137587667" sldId="269"/>
            <ac:spMk id="3" creationId="{F217BA2F-BB47-C576-539B-56F87BFD62C0}"/>
          </ac:spMkLst>
        </pc:spChg>
      </pc:sldChg>
      <pc:sldChg chg="addSp delSp modSp new mod setBg">
        <pc:chgData name="Patel, YashMilinkumar" userId="9fbd1a08-d771-4c54-a6d6-d2b60515e1d6" providerId="ADAL" clId="{5CE68A33-4B6D-4525-8544-ECA2FE63E165}" dt="2025-04-11T15:46:44.624" v="294" actId="20577"/>
        <pc:sldMkLst>
          <pc:docMk/>
          <pc:sldMk cId="4189081519" sldId="269"/>
        </pc:sldMkLst>
        <pc:spChg chg="mod">
          <ac:chgData name="Patel, YashMilinkumar" userId="9fbd1a08-d771-4c54-a6d6-d2b60515e1d6" providerId="ADAL" clId="{5CE68A33-4B6D-4525-8544-ECA2FE63E165}" dt="2025-04-11T15:46:44.624" v="294" actId="20577"/>
          <ac:spMkLst>
            <pc:docMk/>
            <pc:sldMk cId="4189081519" sldId="269"/>
            <ac:spMk id="2" creationId="{BF5559AB-42D7-0040-F8BA-0DEF6EEF488B}"/>
          </ac:spMkLst>
        </pc:spChg>
        <pc:spChg chg="mod">
          <ac:chgData name="Patel, YashMilinkumar" userId="9fbd1a08-d771-4c54-a6d6-d2b60515e1d6" providerId="ADAL" clId="{5CE68A33-4B6D-4525-8544-ECA2FE63E165}" dt="2025-04-11T15:46:38.162" v="289" actId="20577"/>
          <ac:spMkLst>
            <pc:docMk/>
            <pc:sldMk cId="4189081519" sldId="269"/>
            <ac:spMk id="3" creationId="{2783F304-C848-8EFA-B67B-C7019C785BE2}"/>
          </ac:spMkLst>
        </pc:spChg>
        <pc:spChg chg="add del">
          <ac:chgData name="Patel, YashMilinkumar" userId="9fbd1a08-d771-4c54-a6d6-d2b60515e1d6" providerId="ADAL" clId="{5CE68A33-4B6D-4525-8544-ECA2FE63E165}" dt="2025-04-11T15:44:30.157" v="280" actId="26606"/>
          <ac:spMkLst>
            <pc:docMk/>
            <pc:sldMk cId="4189081519" sldId="269"/>
            <ac:spMk id="13" creationId="{6D24BC9E-AC6A-42EE-AFD8-B290720B841F}"/>
          </ac:spMkLst>
        </pc:spChg>
        <pc:spChg chg="add del">
          <ac:chgData name="Patel, YashMilinkumar" userId="9fbd1a08-d771-4c54-a6d6-d2b60515e1d6" providerId="ADAL" clId="{5CE68A33-4B6D-4525-8544-ECA2FE63E165}" dt="2025-04-11T15:44:30.157" v="280" actId="26606"/>
          <ac:spMkLst>
            <pc:docMk/>
            <pc:sldMk cId="4189081519" sldId="269"/>
            <ac:spMk id="15" creationId="{0990C621-3B8B-4820-8328-D47EF7CE823C}"/>
          </ac:spMkLst>
        </pc:spChg>
        <pc:spChg chg="add del">
          <ac:chgData name="Patel, YashMilinkumar" userId="9fbd1a08-d771-4c54-a6d6-d2b60515e1d6" providerId="ADAL" clId="{5CE68A33-4B6D-4525-8544-ECA2FE63E165}" dt="2025-04-11T15:44:30.157" v="280" actId="26606"/>
          <ac:spMkLst>
            <pc:docMk/>
            <pc:sldMk cId="4189081519" sldId="269"/>
            <ac:spMk id="17" creationId="{C1A2385B-1D2A-4E17-84FA-6CB7F0AAE473}"/>
          </ac:spMkLst>
        </pc:spChg>
        <pc:spChg chg="add del">
          <ac:chgData name="Patel, YashMilinkumar" userId="9fbd1a08-d771-4c54-a6d6-d2b60515e1d6" providerId="ADAL" clId="{5CE68A33-4B6D-4525-8544-ECA2FE63E165}" dt="2025-04-11T15:44:30.157" v="280" actId="26606"/>
          <ac:spMkLst>
            <pc:docMk/>
            <pc:sldMk cId="4189081519" sldId="269"/>
            <ac:spMk id="19" creationId="{5E791F2F-79DB-4CC0-9FA1-001E3E91E8B7}"/>
          </ac:spMkLst>
        </pc:spChg>
        <pc:spChg chg="add del">
          <ac:chgData name="Patel, YashMilinkumar" userId="9fbd1a08-d771-4c54-a6d6-d2b60515e1d6" providerId="ADAL" clId="{5CE68A33-4B6D-4525-8544-ECA2FE63E165}" dt="2025-04-11T15:44:36.912" v="282" actId="26606"/>
          <ac:spMkLst>
            <pc:docMk/>
            <pc:sldMk cId="4189081519" sldId="269"/>
            <ac:spMk id="21" creationId="{385E1BDC-A9B0-4A87-82E3-F3187F69A802}"/>
          </ac:spMkLst>
        </pc:spChg>
        <pc:spChg chg="add del">
          <ac:chgData name="Patel, YashMilinkumar" userId="9fbd1a08-d771-4c54-a6d6-d2b60515e1d6" providerId="ADAL" clId="{5CE68A33-4B6D-4525-8544-ECA2FE63E165}" dt="2025-04-11T15:44:36.912" v="282" actId="26606"/>
          <ac:spMkLst>
            <pc:docMk/>
            <pc:sldMk cId="4189081519" sldId="269"/>
            <ac:spMk id="22" creationId="{0990C621-3B8B-4820-8328-D47EF7CE823C}"/>
          </ac:spMkLst>
        </pc:spChg>
        <pc:spChg chg="add del">
          <ac:chgData name="Patel, YashMilinkumar" userId="9fbd1a08-d771-4c54-a6d6-d2b60515e1d6" providerId="ADAL" clId="{5CE68A33-4B6D-4525-8544-ECA2FE63E165}" dt="2025-04-11T15:44:36.912" v="282" actId="26606"/>
          <ac:spMkLst>
            <pc:docMk/>
            <pc:sldMk cId="4189081519" sldId="269"/>
            <ac:spMk id="23" creationId="{C1A2385B-1D2A-4E17-84FA-6CB7F0AAE473}"/>
          </ac:spMkLst>
        </pc:spChg>
        <pc:spChg chg="add del">
          <ac:chgData name="Patel, YashMilinkumar" userId="9fbd1a08-d771-4c54-a6d6-d2b60515e1d6" providerId="ADAL" clId="{5CE68A33-4B6D-4525-8544-ECA2FE63E165}" dt="2025-04-11T15:44:36.912" v="282" actId="26606"/>
          <ac:spMkLst>
            <pc:docMk/>
            <pc:sldMk cId="4189081519" sldId="269"/>
            <ac:spMk id="24" creationId="{5E791F2F-79DB-4CC0-9FA1-001E3E91E8B7}"/>
          </ac:spMkLst>
        </pc:spChg>
        <pc:spChg chg="add del">
          <ac:chgData name="Patel, YashMilinkumar" userId="9fbd1a08-d771-4c54-a6d6-d2b60515e1d6" providerId="ADAL" clId="{5CE68A33-4B6D-4525-8544-ECA2FE63E165}" dt="2025-04-11T15:45:04.753" v="284" actId="26606"/>
          <ac:spMkLst>
            <pc:docMk/>
            <pc:sldMk cId="4189081519" sldId="269"/>
            <ac:spMk id="26" creationId="{A7AE9375-4664-4DB2-922D-2782A6E439AC}"/>
          </ac:spMkLst>
        </pc:spChg>
        <pc:spChg chg="add del">
          <ac:chgData name="Patel, YashMilinkumar" userId="9fbd1a08-d771-4c54-a6d6-d2b60515e1d6" providerId="ADAL" clId="{5CE68A33-4B6D-4525-8544-ECA2FE63E165}" dt="2025-04-11T15:45:25.980" v="286" actId="26606"/>
          <ac:spMkLst>
            <pc:docMk/>
            <pc:sldMk cId="4189081519" sldId="269"/>
            <ac:spMk id="43" creationId="{3C915414-2809-4735-A560-0D5FE66700D8}"/>
          </ac:spMkLst>
        </pc:spChg>
        <pc:spChg chg="add del">
          <ac:chgData name="Patel, YashMilinkumar" userId="9fbd1a08-d771-4c54-a6d6-d2b60515e1d6" providerId="ADAL" clId="{5CE68A33-4B6D-4525-8544-ECA2FE63E165}" dt="2025-04-11T15:45:25.980" v="286" actId="26606"/>
          <ac:spMkLst>
            <pc:docMk/>
            <pc:sldMk cId="4189081519" sldId="269"/>
            <ac:spMk id="46" creationId="{F84A920C-EA27-495E-A17B-BBF6145129F2}"/>
          </ac:spMkLst>
        </pc:spChg>
        <pc:spChg chg="add del">
          <ac:chgData name="Patel, YashMilinkumar" userId="9fbd1a08-d771-4c54-a6d6-d2b60515e1d6" providerId="ADAL" clId="{5CE68A33-4B6D-4525-8544-ECA2FE63E165}" dt="2025-04-11T15:45:25.980" v="286" actId="26606"/>
          <ac:spMkLst>
            <pc:docMk/>
            <pc:sldMk cId="4189081519" sldId="269"/>
            <ac:spMk id="50" creationId="{D665D759-2DF8-4D47-8386-4BA28901A79D}"/>
          </ac:spMkLst>
        </pc:spChg>
        <pc:spChg chg="add del">
          <ac:chgData name="Patel, YashMilinkumar" userId="9fbd1a08-d771-4c54-a6d6-d2b60515e1d6" providerId="ADAL" clId="{5CE68A33-4B6D-4525-8544-ECA2FE63E165}" dt="2025-04-11T15:46:15.860" v="288" actId="26606"/>
          <ac:spMkLst>
            <pc:docMk/>
            <pc:sldMk cId="4189081519" sldId="269"/>
            <ac:spMk id="59" creationId="{6D24BC9E-AC6A-42EE-AFD8-B290720B841F}"/>
          </ac:spMkLst>
        </pc:spChg>
        <pc:spChg chg="add del">
          <ac:chgData name="Patel, YashMilinkumar" userId="9fbd1a08-d771-4c54-a6d6-d2b60515e1d6" providerId="ADAL" clId="{5CE68A33-4B6D-4525-8544-ECA2FE63E165}" dt="2025-04-11T15:46:15.860" v="288" actId="26606"/>
          <ac:spMkLst>
            <pc:docMk/>
            <pc:sldMk cId="4189081519" sldId="269"/>
            <ac:spMk id="60" creationId="{0990C621-3B8B-4820-8328-D47EF7CE823C}"/>
          </ac:spMkLst>
        </pc:spChg>
        <pc:spChg chg="add del">
          <ac:chgData name="Patel, YashMilinkumar" userId="9fbd1a08-d771-4c54-a6d6-d2b60515e1d6" providerId="ADAL" clId="{5CE68A33-4B6D-4525-8544-ECA2FE63E165}" dt="2025-04-11T15:46:15.860" v="288" actId="26606"/>
          <ac:spMkLst>
            <pc:docMk/>
            <pc:sldMk cId="4189081519" sldId="269"/>
            <ac:spMk id="61" creationId="{C1A2385B-1D2A-4E17-84FA-6CB7F0AAE473}"/>
          </ac:spMkLst>
        </pc:spChg>
        <pc:spChg chg="add del">
          <ac:chgData name="Patel, YashMilinkumar" userId="9fbd1a08-d771-4c54-a6d6-d2b60515e1d6" providerId="ADAL" clId="{5CE68A33-4B6D-4525-8544-ECA2FE63E165}" dt="2025-04-11T15:46:15.860" v="288" actId="26606"/>
          <ac:spMkLst>
            <pc:docMk/>
            <pc:sldMk cId="4189081519" sldId="269"/>
            <ac:spMk id="62" creationId="{5E791F2F-79DB-4CC0-9FA1-001E3E91E8B7}"/>
          </ac:spMkLst>
        </pc:spChg>
        <pc:spChg chg="add">
          <ac:chgData name="Patel, YashMilinkumar" userId="9fbd1a08-d771-4c54-a6d6-d2b60515e1d6" providerId="ADAL" clId="{5CE68A33-4B6D-4525-8544-ECA2FE63E165}" dt="2025-04-11T15:46:15.860" v="288" actId="26606"/>
          <ac:spMkLst>
            <pc:docMk/>
            <pc:sldMk cId="4189081519" sldId="269"/>
            <ac:spMk id="67" creationId="{0D7B6173-1D58-48E2-83CF-37350F315F75}"/>
          </ac:spMkLst>
        </pc:spChg>
        <pc:spChg chg="add">
          <ac:chgData name="Patel, YashMilinkumar" userId="9fbd1a08-d771-4c54-a6d6-d2b60515e1d6" providerId="ADAL" clId="{5CE68A33-4B6D-4525-8544-ECA2FE63E165}" dt="2025-04-11T15:46:15.860" v="288" actId="26606"/>
          <ac:spMkLst>
            <pc:docMk/>
            <pc:sldMk cId="4189081519" sldId="269"/>
            <ac:spMk id="69" creationId="{35D813D1-BA6B-40B4-A101-04BB89445561}"/>
          </ac:spMkLst>
        </pc:spChg>
        <pc:spChg chg="add">
          <ac:chgData name="Patel, YashMilinkumar" userId="9fbd1a08-d771-4c54-a6d6-d2b60515e1d6" providerId="ADAL" clId="{5CE68A33-4B6D-4525-8544-ECA2FE63E165}" dt="2025-04-11T15:46:15.860" v="288" actId="26606"/>
          <ac:spMkLst>
            <pc:docMk/>
            <pc:sldMk cId="4189081519" sldId="269"/>
            <ac:spMk id="73" creationId="{21BDEC81-16A7-4451-B893-C15000083B77}"/>
          </ac:spMkLst>
        </pc:spChg>
        <pc:spChg chg="add">
          <ac:chgData name="Patel, YashMilinkumar" userId="9fbd1a08-d771-4c54-a6d6-d2b60515e1d6" providerId="ADAL" clId="{5CE68A33-4B6D-4525-8544-ECA2FE63E165}" dt="2025-04-11T15:46:15.860" v="288" actId="26606"/>
          <ac:spMkLst>
            <pc:docMk/>
            <pc:sldMk cId="4189081519" sldId="269"/>
            <ac:spMk id="75" creationId="{AEA3DFA5-2D7B-4989-8ED7-8321EC114CF1}"/>
          </ac:spMkLst>
        </pc:spChg>
        <pc:grpChg chg="add del">
          <ac:chgData name="Patel, YashMilinkumar" userId="9fbd1a08-d771-4c54-a6d6-d2b60515e1d6" providerId="ADAL" clId="{5CE68A33-4B6D-4525-8544-ECA2FE63E165}" dt="2025-04-11T15:45:25.980" v="286" actId="26606"/>
          <ac:grpSpMkLst>
            <pc:docMk/>
            <pc:sldMk cId="4189081519" sldId="269"/>
            <ac:grpSpMk id="45" creationId="{24413201-85BF-4680-A7D4-10CDBD03569C}"/>
          </ac:grpSpMkLst>
        </pc:grpChg>
        <pc:graphicFrameChg chg="add mod ord modGraphic">
          <ac:chgData name="Patel, YashMilinkumar" userId="9fbd1a08-d771-4c54-a6d6-d2b60515e1d6" providerId="ADAL" clId="{5CE68A33-4B6D-4525-8544-ECA2FE63E165}" dt="2025-04-11T15:45:26.017" v="287" actId="26606"/>
          <ac:graphicFrameMkLst>
            <pc:docMk/>
            <pc:sldMk cId="4189081519" sldId="269"/>
            <ac:graphicFrameMk id="6" creationId="{A927BDD6-4C03-EC3A-9274-9D976C0F666C}"/>
          </ac:graphicFrameMkLst>
        </pc:graphicFrameChg>
        <pc:picChg chg="add del mod">
          <ac:chgData name="Patel, YashMilinkumar" userId="9fbd1a08-d771-4c54-a6d6-d2b60515e1d6" providerId="ADAL" clId="{5CE68A33-4B6D-4525-8544-ECA2FE63E165}" dt="2025-04-11T15:41:40.433" v="261" actId="478"/>
          <ac:picMkLst>
            <pc:docMk/>
            <pc:sldMk cId="4189081519" sldId="269"/>
            <ac:picMk id="5" creationId="{A3A183C1-21D0-7711-4177-C42EDC08CA29}"/>
          </ac:picMkLst>
        </pc:picChg>
        <pc:picChg chg="add mod ord">
          <ac:chgData name="Patel, YashMilinkumar" userId="9fbd1a08-d771-4c54-a6d6-d2b60515e1d6" providerId="ADAL" clId="{5CE68A33-4B6D-4525-8544-ECA2FE63E165}" dt="2025-04-11T15:45:26.017" v="287" actId="26606"/>
          <ac:picMkLst>
            <pc:docMk/>
            <pc:sldMk cId="4189081519" sldId="269"/>
            <ac:picMk id="8" creationId="{7217AA9E-5EA4-E035-9D41-DF1362781AE6}"/>
          </ac:picMkLst>
        </pc:picChg>
        <pc:cxnChg chg="add del">
          <ac:chgData name="Patel, YashMilinkumar" userId="9fbd1a08-d771-4c54-a6d6-d2b60515e1d6" providerId="ADAL" clId="{5CE68A33-4B6D-4525-8544-ECA2FE63E165}" dt="2025-04-11T15:45:04.753" v="284" actId="26606"/>
          <ac:cxnSpMkLst>
            <pc:docMk/>
            <pc:sldMk cId="4189081519" sldId="269"/>
            <ac:cxnSpMk id="27" creationId="{EE504C98-6397-41C1-A8D8-2D9C4ED307E0}"/>
          </ac:cxnSpMkLst>
        </pc:cxnChg>
        <pc:cxnChg chg="add del">
          <ac:chgData name="Patel, YashMilinkumar" userId="9fbd1a08-d771-4c54-a6d6-d2b60515e1d6" providerId="ADAL" clId="{5CE68A33-4B6D-4525-8544-ECA2FE63E165}" dt="2025-04-11T15:45:04.753" v="284" actId="26606"/>
          <ac:cxnSpMkLst>
            <pc:docMk/>
            <pc:sldMk cId="4189081519" sldId="269"/>
            <ac:cxnSpMk id="28" creationId="{B7188D9B-1674-419B-A379-D1632A7EC3A2}"/>
          </ac:cxnSpMkLst>
        </pc:cxnChg>
        <pc:cxnChg chg="add del">
          <ac:chgData name="Patel, YashMilinkumar" userId="9fbd1a08-d771-4c54-a6d6-d2b60515e1d6" providerId="ADAL" clId="{5CE68A33-4B6D-4525-8544-ECA2FE63E165}" dt="2025-04-11T15:45:25.980" v="286" actId="26606"/>
          <ac:cxnSpMkLst>
            <pc:docMk/>
            <pc:sldMk cId="4189081519" sldId="269"/>
            <ac:cxnSpMk id="44" creationId="{473E2575-93BA-49BD-A0BB-EBD45F7382A2}"/>
          </ac:cxnSpMkLst>
        </pc:cxnChg>
        <pc:cxnChg chg="add del">
          <ac:chgData name="Patel, YashMilinkumar" userId="9fbd1a08-d771-4c54-a6d6-d2b60515e1d6" providerId="ADAL" clId="{5CE68A33-4B6D-4525-8544-ECA2FE63E165}" dt="2025-04-11T15:45:25.980" v="286" actId="26606"/>
          <ac:cxnSpMkLst>
            <pc:docMk/>
            <pc:sldMk cId="4189081519" sldId="269"/>
            <ac:cxnSpMk id="48" creationId="{FE32AE2A-5F1E-4AB5-96CD-95BBC7E8CBB1}"/>
          </ac:cxnSpMkLst>
        </pc:cxnChg>
      </pc:sldChg>
      <pc:sldChg chg="new del">
        <pc:chgData name="Patel, YashMilinkumar" userId="9fbd1a08-d771-4c54-a6d6-d2b60515e1d6" providerId="ADAL" clId="{5CE68A33-4B6D-4525-8544-ECA2FE63E165}" dt="2025-04-11T15:36:57.659" v="225" actId="47"/>
        <pc:sldMkLst>
          <pc:docMk/>
          <pc:sldMk cId="2163849153" sldId="270"/>
        </pc:sldMkLst>
      </pc:sldChg>
      <pc:sldChg chg="addSp delSp modSp new mod modMedia setBg delAnim">
        <pc:chgData name="Patel, YashMilinkumar" userId="9fbd1a08-d771-4c54-a6d6-d2b60515e1d6" providerId="ADAL" clId="{5CE68A33-4B6D-4525-8544-ECA2FE63E165}" dt="2025-04-11T15:50:13.924" v="327" actId="14100"/>
        <pc:sldMkLst>
          <pc:docMk/>
          <pc:sldMk cId="3223871811" sldId="270"/>
        </pc:sldMkLst>
        <pc:spChg chg="mod ord">
          <ac:chgData name="Patel, YashMilinkumar" userId="9fbd1a08-d771-4c54-a6d6-d2b60515e1d6" providerId="ADAL" clId="{5CE68A33-4B6D-4525-8544-ECA2FE63E165}" dt="2025-04-11T15:49:52.214" v="324" actId="26606"/>
          <ac:spMkLst>
            <pc:docMk/>
            <pc:sldMk cId="3223871811" sldId="270"/>
            <ac:spMk id="2" creationId="{EDD8D957-3ACB-CB2F-C572-61C9BD3BC647}"/>
          </ac:spMkLst>
        </pc:spChg>
        <pc:spChg chg="mod">
          <ac:chgData name="Patel, YashMilinkumar" userId="9fbd1a08-d771-4c54-a6d6-d2b60515e1d6" providerId="ADAL" clId="{5CE68A33-4B6D-4525-8544-ECA2FE63E165}" dt="2025-04-11T15:50:13.924" v="327" actId="14100"/>
          <ac:spMkLst>
            <pc:docMk/>
            <pc:sldMk cId="3223871811" sldId="270"/>
            <ac:spMk id="3" creationId="{5E28835E-3792-DCEC-3FCE-E8EAC6A6207A}"/>
          </ac:spMkLst>
        </pc:spChg>
        <pc:spChg chg="add del">
          <ac:chgData name="Patel, YashMilinkumar" userId="9fbd1a08-d771-4c54-a6d6-d2b60515e1d6" providerId="ADAL" clId="{5CE68A33-4B6D-4525-8544-ECA2FE63E165}" dt="2025-04-11T15:48:41.656" v="317" actId="26606"/>
          <ac:spMkLst>
            <pc:docMk/>
            <pc:sldMk cId="3223871811" sldId="270"/>
            <ac:spMk id="9" creationId="{362810D9-2C5A-477D-949C-C191895477F3}"/>
          </ac:spMkLst>
        </pc:spChg>
        <pc:spChg chg="add del">
          <ac:chgData name="Patel, YashMilinkumar" userId="9fbd1a08-d771-4c54-a6d6-d2b60515e1d6" providerId="ADAL" clId="{5CE68A33-4B6D-4525-8544-ECA2FE63E165}" dt="2025-04-11T15:49:52.214" v="324" actId="26606"/>
          <ac:spMkLst>
            <pc:docMk/>
            <pc:sldMk cId="3223871811" sldId="270"/>
            <ac:spMk id="10" creationId="{55F7ABCA-A68A-47DD-B732-76FF34C6FB7D}"/>
          </ac:spMkLst>
        </pc:spChg>
        <pc:spChg chg="add del">
          <ac:chgData name="Patel, YashMilinkumar" userId="9fbd1a08-d771-4c54-a6d6-d2b60515e1d6" providerId="ADAL" clId="{5CE68A33-4B6D-4525-8544-ECA2FE63E165}" dt="2025-04-11T15:48:41.656" v="317" actId="26606"/>
          <ac:spMkLst>
            <pc:docMk/>
            <pc:sldMk cId="3223871811" sldId="270"/>
            <ac:spMk id="11" creationId="{081E4A58-353D-44AE-B2FC-2A74E2E400F7}"/>
          </ac:spMkLst>
        </pc:spChg>
        <pc:spChg chg="add">
          <ac:chgData name="Patel, YashMilinkumar" userId="9fbd1a08-d771-4c54-a6d6-d2b60515e1d6" providerId="ADAL" clId="{5CE68A33-4B6D-4525-8544-ECA2FE63E165}" dt="2025-04-11T15:49:52.214" v="324" actId="26606"/>
          <ac:spMkLst>
            <pc:docMk/>
            <pc:sldMk cId="3223871811" sldId="270"/>
            <ac:spMk id="12" creationId="{7B831B6F-405A-4B47-B9BB-5CA88F285844}"/>
          </ac:spMkLst>
        </pc:spChg>
        <pc:spChg chg="add del">
          <ac:chgData name="Patel, YashMilinkumar" userId="9fbd1a08-d771-4c54-a6d6-d2b60515e1d6" providerId="ADAL" clId="{5CE68A33-4B6D-4525-8544-ECA2FE63E165}" dt="2025-04-11T15:49:18.460" v="321" actId="26606"/>
          <ac:spMkLst>
            <pc:docMk/>
            <pc:sldMk cId="3223871811" sldId="270"/>
            <ac:spMk id="13" creationId="{AA61CCAC-6875-474C-8E9E-F57ABF078C2B}"/>
          </ac:spMkLst>
        </pc:spChg>
        <pc:spChg chg="add del">
          <ac:chgData name="Patel, YashMilinkumar" userId="9fbd1a08-d771-4c54-a6d6-d2b60515e1d6" providerId="ADAL" clId="{5CE68A33-4B6D-4525-8544-ECA2FE63E165}" dt="2025-04-11T15:49:18.460" v="321" actId="26606"/>
          <ac:spMkLst>
            <pc:docMk/>
            <pc:sldMk cId="3223871811" sldId="270"/>
            <ac:spMk id="14" creationId="{E0AE394F-AFF1-4485-AF1F-7387A2F041AA}"/>
          </ac:spMkLst>
        </pc:spChg>
        <pc:spChg chg="add del">
          <ac:chgData name="Patel, YashMilinkumar" userId="9fbd1a08-d771-4c54-a6d6-d2b60515e1d6" providerId="ADAL" clId="{5CE68A33-4B6D-4525-8544-ECA2FE63E165}" dt="2025-04-11T15:49:18.460" v="321" actId="26606"/>
          <ac:spMkLst>
            <pc:docMk/>
            <pc:sldMk cId="3223871811" sldId="270"/>
            <ac:spMk id="16" creationId="{5683D043-25BB-4AC9-8130-641179672614}"/>
          </ac:spMkLst>
        </pc:spChg>
        <pc:spChg chg="add">
          <ac:chgData name="Patel, YashMilinkumar" userId="9fbd1a08-d771-4c54-a6d6-d2b60515e1d6" providerId="ADAL" clId="{5CE68A33-4B6D-4525-8544-ECA2FE63E165}" dt="2025-04-11T15:49:52.214" v="324" actId="26606"/>
          <ac:spMkLst>
            <pc:docMk/>
            <pc:sldMk cId="3223871811" sldId="270"/>
            <ac:spMk id="17" creationId="{15109354-9C5D-4F8C-B0E6-D1043C7BF20A}"/>
          </ac:spMkLst>
        </pc:spChg>
        <pc:spChg chg="add">
          <ac:chgData name="Patel, YashMilinkumar" userId="9fbd1a08-d771-4c54-a6d6-d2b60515e1d6" providerId="ADAL" clId="{5CE68A33-4B6D-4525-8544-ECA2FE63E165}" dt="2025-04-11T15:49:52.214" v="324" actId="26606"/>
          <ac:spMkLst>
            <pc:docMk/>
            <pc:sldMk cId="3223871811" sldId="270"/>
            <ac:spMk id="19" creationId="{49B530FE-A87D-41A0-A920-ADC6539EAA44}"/>
          </ac:spMkLst>
        </pc:spChg>
        <pc:picChg chg="add del">
          <ac:chgData name="Patel, YashMilinkumar" userId="9fbd1a08-d771-4c54-a6d6-d2b60515e1d6" providerId="ADAL" clId="{5CE68A33-4B6D-4525-8544-ECA2FE63E165}" dt="2025-04-11T15:48:41.656" v="317" actId="26606"/>
          <ac:picMkLst>
            <pc:docMk/>
            <pc:sldMk cId="3223871811" sldId="270"/>
            <ac:picMk id="5" creationId="{0AFAD346-8067-CAE9-3D4B-A70729499B85}"/>
          </ac:picMkLst>
        </pc:picChg>
        <pc:picChg chg="add mod">
          <ac:chgData name="Patel, YashMilinkumar" userId="9fbd1a08-d771-4c54-a6d6-d2b60515e1d6" providerId="ADAL" clId="{5CE68A33-4B6D-4525-8544-ECA2FE63E165}" dt="2025-04-11T15:49:52.214" v="324" actId="26606"/>
          <ac:picMkLst>
            <pc:docMk/>
            <pc:sldMk cId="3223871811" sldId="270"/>
            <ac:picMk id="7" creationId="{78E18AA0-EE5C-98B2-BF55-F85F06E5B38F}"/>
          </ac:picMkLst>
        </pc:picChg>
        <pc:picChg chg="add del mod">
          <ac:chgData name="Patel, YashMilinkumar" userId="9fbd1a08-d771-4c54-a6d6-d2b60515e1d6" providerId="ADAL" clId="{5CE68A33-4B6D-4525-8544-ECA2FE63E165}" dt="2025-04-11T15:49:18.460" v="321" actId="26606"/>
          <ac:picMkLst>
            <pc:docMk/>
            <pc:sldMk cId="3223871811" sldId="270"/>
            <ac:picMk id="15" creationId="{D490B4D0-FBF6-C5CD-FFD9-4BC2973528E5}"/>
          </ac:picMkLst>
        </pc:picChg>
      </pc:sldChg>
      <pc:sldChg chg="new del">
        <pc:chgData name="Patel, YashMilinkumar" userId="9fbd1a08-d771-4c54-a6d6-d2b60515e1d6" providerId="ADAL" clId="{5CE68A33-4B6D-4525-8544-ECA2FE63E165}" dt="2025-04-11T15:36:59.776" v="226" actId="47"/>
        <pc:sldMkLst>
          <pc:docMk/>
          <pc:sldMk cId="3541859362" sldId="271"/>
        </pc:sldMkLst>
      </pc:sldChg>
      <pc:sldChg chg="addSp delSp modSp new mod setBg setClrOvrMap">
        <pc:chgData name="Patel, YashMilinkumar" userId="9fbd1a08-d771-4c54-a6d6-d2b60515e1d6" providerId="ADAL" clId="{5CE68A33-4B6D-4525-8544-ECA2FE63E165}" dt="2025-04-11T16:13:28.114" v="440" actId="255"/>
        <pc:sldMkLst>
          <pc:docMk/>
          <pc:sldMk cId="4186636981" sldId="271"/>
        </pc:sldMkLst>
        <pc:spChg chg="mod">
          <ac:chgData name="Patel, YashMilinkumar" userId="9fbd1a08-d771-4c54-a6d6-d2b60515e1d6" providerId="ADAL" clId="{5CE68A33-4B6D-4525-8544-ECA2FE63E165}" dt="2025-04-11T16:13:28.114" v="440" actId="255"/>
          <ac:spMkLst>
            <pc:docMk/>
            <pc:sldMk cId="4186636981" sldId="271"/>
            <ac:spMk id="2" creationId="{0F81BCD9-D853-9DCD-B04B-18CCA12F8F6A}"/>
          </ac:spMkLst>
        </pc:spChg>
        <pc:spChg chg="del mod">
          <ac:chgData name="Patel, YashMilinkumar" userId="9fbd1a08-d771-4c54-a6d6-d2b60515e1d6" providerId="ADAL" clId="{5CE68A33-4B6D-4525-8544-ECA2FE63E165}" dt="2025-04-11T15:58:57.697" v="346" actId="26606"/>
          <ac:spMkLst>
            <pc:docMk/>
            <pc:sldMk cId="4186636981" sldId="271"/>
            <ac:spMk id="3" creationId="{177734B5-9ABD-CADD-B243-2BF8C55F8615}"/>
          </ac:spMkLst>
        </pc:spChg>
        <pc:spChg chg="add del mod">
          <ac:chgData name="Patel, YashMilinkumar" userId="9fbd1a08-d771-4c54-a6d6-d2b60515e1d6" providerId="ADAL" clId="{5CE68A33-4B6D-4525-8544-ECA2FE63E165}" dt="2025-04-11T15:58:57.718" v="348"/>
          <ac:spMkLst>
            <pc:docMk/>
            <pc:sldMk cId="4186636981" sldId="271"/>
            <ac:spMk id="4" creationId="{2694DB33-F0CA-BC28-6913-0BA73ADDEA56}"/>
          </ac:spMkLst>
        </pc:spChg>
        <pc:spChg chg="add del mod">
          <ac:chgData name="Patel, YashMilinkumar" userId="9fbd1a08-d771-4c54-a6d6-d2b60515e1d6" providerId="ADAL" clId="{5CE68A33-4B6D-4525-8544-ECA2FE63E165}" dt="2025-04-11T16:10:05.728" v="410" actId="26606"/>
          <ac:spMkLst>
            <pc:docMk/>
            <pc:sldMk cId="4186636981" sldId="271"/>
            <ac:spMk id="7" creationId="{F7FD3CFD-B92C-13F4-2501-68EC5C50DB32}"/>
          </ac:spMkLst>
        </pc:spChg>
        <pc:spChg chg="add del">
          <ac:chgData name="Patel, YashMilinkumar" userId="9fbd1a08-d771-4c54-a6d6-d2b60515e1d6" providerId="ADAL" clId="{5CE68A33-4B6D-4525-8544-ECA2FE63E165}" dt="2025-04-11T16:00:28.005" v="363" actId="26606"/>
          <ac:spMkLst>
            <pc:docMk/>
            <pc:sldMk cId="4186636981" sldId="271"/>
            <ac:spMk id="11" creationId="{BACC6370-2D7E-4714-9D71-7542949D7D5D}"/>
          </ac:spMkLst>
        </pc:spChg>
        <pc:spChg chg="add del">
          <ac:chgData name="Patel, YashMilinkumar" userId="9fbd1a08-d771-4c54-a6d6-d2b60515e1d6" providerId="ADAL" clId="{5CE68A33-4B6D-4525-8544-ECA2FE63E165}" dt="2025-04-11T16:00:28.005" v="363" actId="26606"/>
          <ac:spMkLst>
            <pc:docMk/>
            <pc:sldMk cId="4186636981" sldId="271"/>
            <ac:spMk id="13" creationId="{F68B3F68-107C-434F-AA38-110D5EA91B85}"/>
          </ac:spMkLst>
        </pc:spChg>
        <pc:spChg chg="add del">
          <ac:chgData name="Patel, YashMilinkumar" userId="9fbd1a08-d771-4c54-a6d6-d2b60515e1d6" providerId="ADAL" clId="{5CE68A33-4B6D-4525-8544-ECA2FE63E165}" dt="2025-04-11T16:00:28.005" v="363" actId="26606"/>
          <ac:spMkLst>
            <pc:docMk/>
            <pc:sldMk cId="4186636981" sldId="271"/>
            <ac:spMk id="15" creationId="{AAD0DBB9-1A4B-4391-81D4-CB19F9AB918A}"/>
          </ac:spMkLst>
        </pc:spChg>
        <pc:spChg chg="add del">
          <ac:chgData name="Patel, YashMilinkumar" userId="9fbd1a08-d771-4c54-a6d6-d2b60515e1d6" providerId="ADAL" clId="{5CE68A33-4B6D-4525-8544-ECA2FE63E165}" dt="2025-04-11T16:00:28.005" v="363" actId="26606"/>
          <ac:spMkLst>
            <pc:docMk/>
            <pc:sldMk cId="4186636981" sldId="271"/>
            <ac:spMk id="17" creationId="{063BBA22-50EA-4C4D-BE05-F1CE4E63AA56}"/>
          </ac:spMkLst>
        </pc:spChg>
        <pc:spChg chg="add del">
          <ac:chgData name="Patel, YashMilinkumar" userId="9fbd1a08-d771-4c54-a6d6-d2b60515e1d6" providerId="ADAL" clId="{5CE68A33-4B6D-4525-8544-ECA2FE63E165}" dt="2025-04-11T15:59:55.786" v="354" actId="26606"/>
          <ac:spMkLst>
            <pc:docMk/>
            <pc:sldMk cId="4186636981" sldId="271"/>
            <ac:spMk id="22" creationId="{BACC6370-2D7E-4714-9D71-7542949D7D5D}"/>
          </ac:spMkLst>
        </pc:spChg>
        <pc:spChg chg="add del">
          <ac:chgData name="Patel, YashMilinkumar" userId="9fbd1a08-d771-4c54-a6d6-d2b60515e1d6" providerId="ADAL" clId="{5CE68A33-4B6D-4525-8544-ECA2FE63E165}" dt="2025-04-11T16:00:16.016" v="358" actId="26606"/>
          <ac:spMkLst>
            <pc:docMk/>
            <pc:sldMk cId="4186636981" sldId="271"/>
            <ac:spMk id="23" creationId="{9228552E-C8B1-4A80-8448-0787CE0FC704}"/>
          </ac:spMkLst>
        </pc:spChg>
        <pc:spChg chg="add del">
          <ac:chgData name="Patel, YashMilinkumar" userId="9fbd1a08-d771-4c54-a6d6-d2b60515e1d6" providerId="ADAL" clId="{5CE68A33-4B6D-4525-8544-ECA2FE63E165}" dt="2025-04-11T15:59:55.786" v="354" actId="26606"/>
          <ac:spMkLst>
            <pc:docMk/>
            <pc:sldMk cId="4186636981" sldId="271"/>
            <ac:spMk id="24" creationId="{F68B3F68-107C-434F-AA38-110D5EA91B85}"/>
          </ac:spMkLst>
        </pc:spChg>
        <pc:spChg chg="add del">
          <ac:chgData name="Patel, YashMilinkumar" userId="9fbd1a08-d771-4c54-a6d6-d2b60515e1d6" providerId="ADAL" clId="{5CE68A33-4B6D-4525-8544-ECA2FE63E165}" dt="2025-04-11T16:00:21.432" v="360" actId="26606"/>
          <ac:spMkLst>
            <pc:docMk/>
            <pc:sldMk cId="4186636981" sldId="271"/>
            <ac:spMk id="25" creationId="{955A2079-FA98-4876-80F0-72364A7D2EA4}"/>
          </ac:spMkLst>
        </pc:spChg>
        <pc:spChg chg="add del">
          <ac:chgData name="Patel, YashMilinkumar" userId="9fbd1a08-d771-4c54-a6d6-d2b60515e1d6" providerId="ADAL" clId="{5CE68A33-4B6D-4525-8544-ECA2FE63E165}" dt="2025-04-11T15:59:55.786" v="354" actId="26606"/>
          <ac:spMkLst>
            <pc:docMk/>
            <pc:sldMk cId="4186636981" sldId="271"/>
            <ac:spMk id="26" creationId="{AAD0DBB9-1A4B-4391-81D4-CB19F9AB918A}"/>
          </ac:spMkLst>
        </pc:spChg>
        <pc:spChg chg="add del">
          <ac:chgData name="Patel, YashMilinkumar" userId="9fbd1a08-d771-4c54-a6d6-d2b60515e1d6" providerId="ADAL" clId="{5CE68A33-4B6D-4525-8544-ECA2FE63E165}" dt="2025-04-11T16:00:27.780" v="362" actId="26606"/>
          <ac:spMkLst>
            <pc:docMk/>
            <pc:sldMk cId="4186636981" sldId="271"/>
            <ac:spMk id="27" creationId="{DCC231C8-C761-4B31-9B1C-C6D19248C6B3}"/>
          </ac:spMkLst>
        </pc:spChg>
        <pc:spChg chg="add del">
          <ac:chgData name="Patel, YashMilinkumar" userId="9fbd1a08-d771-4c54-a6d6-d2b60515e1d6" providerId="ADAL" clId="{5CE68A33-4B6D-4525-8544-ECA2FE63E165}" dt="2025-04-11T15:59:55.786" v="354" actId="26606"/>
          <ac:spMkLst>
            <pc:docMk/>
            <pc:sldMk cId="4186636981" sldId="271"/>
            <ac:spMk id="28" creationId="{063BBA22-50EA-4C4D-BE05-F1CE4E63AA56}"/>
          </ac:spMkLst>
        </pc:spChg>
        <pc:spChg chg="add del">
          <ac:chgData name="Patel, YashMilinkumar" userId="9fbd1a08-d771-4c54-a6d6-d2b60515e1d6" providerId="ADAL" clId="{5CE68A33-4B6D-4525-8544-ECA2FE63E165}" dt="2025-04-11T16:10:05.728" v="410" actId="26606"/>
          <ac:spMkLst>
            <pc:docMk/>
            <pc:sldMk cId="4186636981" sldId="271"/>
            <ac:spMk id="29" creationId="{955A2079-FA98-4876-80F0-72364A7D2EA4}"/>
          </ac:spMkLst>
        </pc:spChg>
        <pc:spChg chg="add del">
          <ac:chgData name="Patel, YashMilinkumar" userId="9fbd1a08-d771-4c54-a6d6-d2b60515e1d6" providerId="ADAL" clId="{5CE68A33-4B6D-4525-8544-ECA2FE63E165}" dt="2025-04-11T16:00:00.126" v="356" actId="26606"/>
          <ac:spMkLst>
            <pc:docMk/>
            <pc:sldMk cId="4186636981" sldId="271"/>
            <ac:spMk id="30" creationId="{BACC6370-2D7E-4714-9D71-7542949D7D5D}"/>
          </ac:spMkLst>
        </pc:spChg>
        <pc:spChg chg="add del">
          <ac:chgData name="Patel, YashMilinkumar" userId="9fbd1a08-d771-4c54-a6d6-d2b60515e1d6" providerId="ADAL" clId="{5CE68A33-4B6D-4525-8544-ECA2FE63E165}" dt="2025-04-11T16:00:00.126" v="356" actId="26606"/>
          <ac:spMkLst>
            <pc:docMk/>
            <pc:sldMk cId="4186636981" sldId="271"/>
            <ac:spMk id="31" creationId="{F68B3F68-107C-434F-AA38-110D5EA91B85}"/>
          </ac:spMkLst>
        </pc:spChg>
        <pc:spChg chg="add del">
          <ac:chgData name="Patel, YashMilinkumar" userId="9fbd1a08-d771-4c54-a6d6-d2b60515e1d6" providerId="ADAL" clId="{5CE68A33-4B6D-4525-8544-ECA2FE63E165}" dt="2025-04-11T16:00:00.126" v="356" actId="26606"/>
          <ac:spMkLst>
            <pc:docMk/>
            <pc:sldMk cId="4186636981" sldId="271"/>
            <ac:spMk id="32" creationId="{AAD0DBB9-1A4B-4391-81D4-CB19F9AB918A}"/>
          </ac:spMkLst>
        </pc:spChg>
        <pc:spChg chg="add del">
          <ac:chgData name="Patel, YashMilinkumar" userId="9fbd1a08-d771-4c54-a6d6-d2b60515e1d6" providerId="ADAL" clId="{5CE68A33-4B6D-4525-8544-ECA2FE63E165}" dt="2025-04-11T16:00:00.126" v="356" actId="26606"/>
          <ac:spMkLst>
            <pc:docMk/>
            <pc:sldMk cId="4186636981" sldId="271"/>
            <ac:spMk id="33" creationId="{063BBA22-50EA-4C4D-BE05-F1CE4E63AA56}"/>
          </ac:spMkLst>
        </pc:spChg>
        <pc:spChg chg="add del">
          <ac:chgData name="Patel, YashMilinkumar" userId="9fbd1a08-d771-4c54-a6d6-d2b60515e1d6" providerId="ADAL" clId="{5CE68A33-4B6D-4525-8544-ECA2FE63E165}" dt="2025-04-11T16:13:06.559" v="427" actId="26606"/>
          <ac:spMkLst>
            <pc:docMk/>
            <pc:sldMk cId="4186636981" sldId="271"/>
            <ac:spMk id="36" creationId="{B50AB553-2A96-4A92-96F2-93548E096954}"/>
          </ac:spMkLst>
        </pc:spChg>
        <pc:graphicFrameChg chg="add del mod modGraphic">
          <ac:chgData name="Patel, YashMilinkumar" userId="9fbd1a08-d771-4c54-a6d6-d2b60515e1d6" providerId="ADAL" clId="{5CE68A33-4B6D-4525-8544-ECA2FE63E165}" dt="2025-04-11T16:01:07.287" v="367" actId="478"/>
          <ac:graphicFrameMkLst>
            <pc:docMk/>
            <pc:sldMk cId="4186636981" sldId="271"/>
            <ac:graphicFrameMk id="6" creationId="{339D605E-6D55-7FBC-9235-4DD29293713D}"/>
          </ac:graphicFrameMkLst>
        </pc:graphicFrameChg>
        <pc:graphicFrameChg chg="add mod modGraphic">
          <ac:chgData name="Patel, YashMilinkumar" userId="9fbd1a08-d771-4c54-a6d6-d2b60515e1d6" providerId="ADAL" clId="{5CE68A33-4B6D-4525-8544-ECA2FE63E165}" dt="2025-04-11T16:13:06.559" v="427" actId="26606"/>
          <ac:graphicFrameMkLst>
            <pc:docMk/>
            <pc:sldMk cId="4186636981" sldId="271"/>
            <ac:graphicFrameMk id="35" creationId="{68A74FD5-1C77-2A52-7AE3-96377621110E}"/>
          </ac:graphicFrameMkLst>
        </pc:graphicFrameChg>
        <pc:picChg chg="add del">
          <ac:chgData name="Patel, YashMilinkumar" userId="9fbd1a08-d771-4c54-a6d6-d2b60515e1d6" providerId="ADAL" clId="{5CE68A33-4B6D-4525-8544-ECA2FE63E165}" dt="2025-04-11T16:00:16.016" v="358" actId="26606"/>
          <ac:picMkLst>
            <pc:docMk/>
            <pc:sldMk cId="4186636981" sldId="271"/>
            <ac:picMk id="19" creationId="{897219AC-C842-2CBE-6C77-7BA53CC02649}"/>
          </ac:picMkLst>
        </pc:picChg>
        <pc:picChg chg="add mod">
          <ac:chgData name="Patel, YashMilinkumar" userId="9fbd1a08-d771-4c54-a6d6-d2b60515e1d6" providerId="ADAL" clId="{5CE68A33-4B6D-4525-8544-ECA2FE63E165}" dt="2025-04-11T16:13:06.559" v="427" actId="26606"/>
          <ac:picMkLst>
            <pc:docMk/>
            <pc:sldMk cId="4186636981" sldId="271"/>
            <ac:picMk id="34" creationId="{CAAA95CC-240A-9678-F9AD-10A98FDDE52F}"/>
          </ac:picMkLst>
        </pc:picChg>
      </pc:sldChg>
      <pc:sldChg chg="addSp delSp modSp new mod setBg">
        <pc:chgData name="Patel, YashMilinkumar" userId="9fbd1a08-d771-4c54-a6d6-d2b60515e1d6" providerId="ADAL" clId="{5CE68A33-4B6D-4525-8544-ECA2FE63E165}" dt="2025-04-11T16:18:08.628" v="471"/>
        <pc:sldMkLst>
          <pc:docMk/>
          <pc:sldMk cId="2386031520" sldId="272"/>
        </pc:sldMkLst>
        <pc:spChg chg="mod">
          <ac:chgData name="Patel, YashMilinkumar" userId="9fbd1a08-d771-4c54-a6d6-d2b60515e1d6" providerId="ADAL" clId="{5CE68A33-4B6D-4525-8544-ECA2FE63E165}" dt="2025-04-11T16:18:00.528" v="470" actId="13926"/>
          <ac:spMkLst>
            <pc:docMk/>
            <pc:sldMk cId="2386031520" sldId="272"/>
            <ac:spMk id="2" creationId="{2537792E-171E-A48C-849D-E378C0CD8E80}"/>
          </ac:spMkLst>
        </pc:spChg>
        <pc:spChg chg="del mod">
          <ac:chgData name="Patel, YashMilinkumar" userId="9fbd1a08-d771-4c54-a6d6-d2b60515e1d6" providerId="ADAL" clId="{5CE68A33-4B6D-4525-8544-ECA2FE63E165}" dt="2025-04-11T16:14:52.456" v="452" actId="26606"/>
          <ac:spMkLst>
            <pc:docMk/>
            <pc:sldMk cId="2386031520" sldId="272"/>
            <ac:spMk id="3" creationId="{6FEFE17C-2478-8ABF-7B49-61437EF909E9}"/>
          </ac:spMkLst>
        </pc:spChg>
        <pc:spChg chg="add del">
          <ac:chgData name="Patel, YashMilinkumar" userId="9fbd1a08-d771-4c54-a6d6-d2b60515e1d6" providerId="ADAL" clId="{5CE68A33-4B6D-4525-8544-ECA2FE63E165}" dt="2025-04-11T16:16:03.534" v="461" actId="26606"/>
          <ac:spMkLst>
            <pc:docMk/>
            <pc:sldMk cId="2386031520" sldId="272"/>
            <ac:spMk id="10" creationId="{8DF67618-B87B-4195-8E24-3B126F79FF55}"/>
          </ac:spMkLst>
        </pc:spChg>
        <pc:spChg chg="add del">
          <ac:chgData name="Patel, YashMilinkumar" userId="9fbd1a08-d771-4c54-a6d6-d2b60515e1d6" providerId="ADAL" clId="{5CE68A33-4B6D-4525-8544-ECA2FE63E165}" dt="2025-04-11T16:16:03.534" v="461" actId="26606"/>
          <ac:spMkLst>
            <pc:docMk/>
            <pc:sldMk cId="2386031520" sldId="272"/>
            <ac:spMk id="12" creationId="{64960379-9FF9-400A-A8A8-F5AB633FD3BF}"/>
          </ac:spMkLst>
        </pc:spChg>
        <pc:spChg chg="add del">
          <ac:chgData name="Patel, YashMilinkumar" userId="9fbd1a08-d771-4c54-a6d6-d2b60515e1d6" providerId="ADAL" clId="{5CE68A33-4B6D-4525-8544-ECA2FE63E165}" dt="2025-04-11T16:17:52.935" v="469" actId="26606"/>
          <ac:spMkLst>
            <pc:docMk/>
            <pc:sldMk cId="2386031520" sldId="272"/>
            <ac:spMk id="30" creationId="{BACC6370-2D7E-4714-9D71-7542949D7D5D}"/>
          </ac:spMkLst>
        </pc:spChg>
        <pc:spChg chg="add del">
          <ac:chgData name="Patel, YashMilinkumar" userId="9fbd1a08-d771-4c54-a6d6-d2b60515e1d6" providerId="ADAL" clId="{5CE68A33-4B6D-4525-8544-ECA2FE63E165}" dt="2025-04-11T16:17:52.935" v="469" actId="26606"/>
          <ac:spMkLst>
            <pc:docMk/>
            <pc:sldMk cId="2386031520" sldId="272"/>
            <ac:spMk id="32" creationId="{F68B3F68-107C-434F-AA38-110D5EA91B85}"/>
          </ac:spMkLst>
        </pc:spChg>
        <pc:spChg chg="add del">
          <ac:chgData name="Patel, YashMilinkumar" userId="9fbd1a08-d771-4c54-a6d6-d2b60515e1d6" providerId="ADAL" clId="{5CE68A33-4B6D-4525-8544-ECA2FE63E165}" dt="2025-04-11T16:17:52.935" v="469" actId="26606"/>
          <ac:spMkLst>
            <pc:docMk/>
            <pc:sldMk cId="2386031520" sldId="272"/>
            <ac:spMk id="34" creationId="{AAD0DBB9-1A4B-4391-81D4-CB19F9AB918A}"/>
          </ac:spMkLst>
        </pc:spChg>
        <pc:spChg chg="add del">
          <ac:chgData name="Patel, YashMilinkumar" userId="9fbd1a08-d771-4c54-a6d6-d2b60515e1d6" providerId="ADAL" clId="{5CE68A33-4B6D-4525-8544-ECA2FE63E165}" dt="2025-04-11T16:17:52.935" v="469" actId="26606"/>
          <ac:spMkLst>
            <pc:docMk/>
            <pc:sldMk cId="2386031520" sldId="272"/>
            <ac:spMk id="36" creationId="{063BBA22-50EA-4C4D-BE05-F1CE4E63AA56}"/>
          </ac:spMkLst>
        </pc:spChg>
        <pc:spChg chg="add">
          <ac:chgData name="Patel, YashMilinkumar" userId="9fbd1a08-d771-4c54-a6d6-d2b60515e1d6" providerId="ADAL" clId="{5CE68A33-4B6D-4525-8544-ECA2FE63E165}" dt="2025-04-11T16:17:52.935" v="469" actId="26606"/>
          <ac:spMkLst>
            <pc:docMk/>
            <pc:sldMk cId="2386031520" sldId="272"/>
            <ac:spMk id="41" creationId="{1A9F7B4E-B03D-4F64-BE33-00D074458D45}"/>
          </ac:spMkLst>
        </pc:spChg>
        <pc:spChg chg="add">
          <ac:chgData name="Patel, YashMilinkumar" userId="9fbd1a08-d771-4c54-a6d6-d2b60515e1d6" providerId="ADAL" clId="{5CE68A33-4B6D-4525-8544-ECA2FE63E165}" dt="2025-04-11T16:17:52.935" v="469" actId="26606"/>
          <ac:spMkLst>
            <pc:docMk/>
            <pc:sldMk cId="2386031520" sldId="272"/>
            <ac:spMk id="43" creationId="{7E2BE7F7-CA89-4002-ACCE-A478AEA24F5E}"/>
          </ac:spMkLst>
        </pc:spChg>
        <pc:grpChg chg="add del">
          <ac:chgData name="Patel, YashMilinkumar" userId="9fbd1a08-d771-4c54-a6d6-d2b60515e1d6" providerId="ADAL" clId="{5CE68A33-4B6D-4525-8544-ECA2FE63E165}" dt="2025-04-11T16:16:03.534" v="461" actId="26606"/>
          <ac:grpSpMkLst>
            <pc:docMk/>
            <pc:sldMk cId="2386031520" sldId="272"/>
            <ac:grpSpMk id="14" creationId="{2C491629-AE25-486B-9B22-2CE4EE8F7E47}"/>
          </ac:grpSpMkLst>
        </pc:grpChg>
        <pc:grpChg chg="add del">
          <ac:chgData name="Patel, YashMilinkumar" userId="9fbd1a08-d771-4c54-a6d6-d2b60515e1d6" providerId="ADAL" clId="{5CE68A33-4B6D-4525-8544-ECA2FE63E165}" dt="2025-04-11T16:16:03.534" v="461" actId="26606"/>
          <ac:grpSpMkLst>
            <pc:docMk/>
            <pc:sldMk cId="2386031520" sldId="272"/>
            <ac:grpSpMk id="18" creationId="{43F5E015-E085-4624-B431-B42414448684}"/>
          </ac:grpSpMkLst>
        </pc:grpChg>
        <pc:graphicFrameChg chg="add mod modGraphic">
          <ac:chgData name="Patel, YashMilinkumar" userId="9fbd1a08-d771-4c54-a6d6-d2b60515e1d6" providerId="ADAL" clId="{5CE68A33-4B6D-4525-8544-ECA2FE63E165}" dt="2025-04-11T16:18:08.628" v="471"/>
          <ac:graphicFrameMkLst>
            <pc:docMk/>
            <pc:sldMk cId="2386031520" sldId="272"/>
            <ac:graphicFrameMk id="5" creationId="{EEBAEDDB-37A4-8116-8C78-B00D7AB12B4E}"/>
          </ac:graphicFrameMkLst>
        </pc:graphicFrameChg>
      </pc:sldChg>
      <pc:sldChg chg="addSp modSp new mod setBg">
        <pc:chgData name="Patel, YashMilinkumar" userId="9fbd1a08-d771-4c54-a6d6-d2b60515e1d6" providerId="ADAL" clId="{5CE68A33-4B6D-4525-8544-ECA2FE63E165}" dt="2025-04-11T16:19:44.602" v="483" actId="26606"/>
        <pc:sldMkLst>
          <pc:docMk/>
          <pc:sldMk cId="854242021" sldId="273"/>
        </pc:sldMkLst>
        <pc:spChg chg="mod">
          <ac:chgData name="Patel, YashMilinkumar" userId="9fbd1a08-d771-4c54-a6d6-d2b60515e1d6" providerId="ADAL" clId="{5CE68A33-4B6D-4525-8544-ECA2FE63E165}" dt="2025-04-11T16:19:44.602" v="483" actId="26606"/>
          <ac:spMkLst>
            <pc:docMk/>
            <pc:sldMk cId="854242021" sldId="273"/>
            <ac:spMk id="2" creationId="{33739C88-ECF7-7D98-FFC6-31ECFB8A57E7}"/>
          </ac:spMkLst>
        </pc:spChg>
        <pc:spChg chg="mod">
          <ac:chgData name="Patel, YashMilinkumar" userId="9fbd1a08-d771-4c54-a6d6-d2b60515e1d6" providerId="ADAL" clId="{5CE68A33-4B6D-4525-8544-ECA2FE63E165}" dt="2025-04-11T16:19:44.602" v="483" actId="26606"/>
          <ac:spMkLst>
            <pc:docMk/>
            <pc:sldMk cId="854242021" sldId="273"/>
            <ac:spMk id="3" creationId="{F89C9E33-E376-6A9E-88F5-43FC6AAB64D1}"/>
          </ac:spMkLst>
        </pc:spChg>
        <pc:spChg chg="add">
          <ac:chgData name="Patel, YashMilinkumar" userId="9fbd1a08-d771-4c54-a6d6-d2b60515e1d6" providerId="ADAL" clId="{5CE68A33-4B6D-4525-8544-ECA2FE63E165}" dt="2025-04-11T16:19:44.602" v="483" actId="26606"/>
          <ac:spMkLst>
            <pc:docMk/>
            <pc:sldMk cId="854242021" sldId="273"/>
            <ac:spMk id="10" creationId="{A3363022-C969-41E9-8EB2-E4C94908C1FA}"/>
          </ac:spMkLst>
        </pc:spChg>
        <pc:spChg chg="add">
          <ac:chgData name="Patel, YashMilinkumar" userId="9fbd1a08-d771-4c54-a6d6-d2b60515e1d6" providerId="ADAL" clId="{5CE68A33-4B6D-4525-8544-ECA2FE63E165}" dt="2025-04-11T16:19:44.602" v="483" actId="26606"/>
          <ac:spMkLst>
            <pc:docMk/>
            <pc:sldMk cId="854242021" sldId="273"/>
            <ac:spMk id="12" creationId="{8D1AD6B3-BE88-4CEB-BA17-790657CC4729}"/>
          </ac:spMkLst>
        </pc:spChg>
        <pc:grpChg chg="add">
          <ac:chgData name="Patel, YashMilinkumar" userId="9fbd1a08-d771-4c54-a6d6-d2b60515e1d6" providerId="ADAL" clId="{5CE68A33-4B6D-4525-8544-ECA2FE63E165}" dt="2025-04-11T16:19:44.602" v="483" actId="26606"/>
          <ac:grpSpMkLst>
            <pc:docMk/>
            <pc:sldMk cId="854242021" sldId="273"/>
            <ac:grpSpMk id="14" creationId="{89D1390B-7E13-4B4F-9CB2-391063412E54}"/>
          </ac:grpSpMkLst>
        </pc:grpChg>
        <pc:picChg chg="add">
          <ac:chgData name="Patel, YashMilinkumar" userId="9fbd1a08-d771-4c54-a6d6-d2b60515e1d6" providerId="ADAL" clId="{5CE68A33-4B6D-4525-8544-ECA2FE63E165}" dt="2025-04-11T16:19:44.602" v="483" actId="26606"/>
          <ac:picMkLst>
            <pc:docMk/>
            <pc:sldMk cId="854242021" sldId="273"/>
            <ac:picMk id="7" creationId="{5F463725-9D90-D799-00F8-342FB41C2FA5}"/>
          </ac:picMkLst>
        </pc:picChg>
      </pc:sldChg>
      <pc:sldChg chg="addSp delSp modSp new del mod">
        <pc:chgData name="Patel, YashMilinkumar" userId="9fbd1a08-d771-4c54-a6d6-d2b60515e1d6" providerId="ADAL" clId="{5CE68A33-4B6D-4525-8544-ECA2FE63E165}" dt="2025-04-11T16:18:55.252" v="478" actId="47"/>
        <pc:sldMkLst>
          <pc:docMk/>
          <pc:sldMk cId="1843097125" sldId="273"/>
        </pc:sldMkLst>
        <pc:spChg chg="add">
          <ac:chgData name="Patel, YashMilinkumar" userId="9fbd1a08-d771-4c54-a6d6-d2b60515e1d6" providerId="ADAL" clId="{5CE68A33-4B6D-4525-8544-ECA2FE63E165}" dt="2025-04-11T16:18:46.575" v="473"/>
          <ac:spMkLst>
            <pc:docMk/>
            <pc:sldMk cId="1843097125" sldId="273"/>
            <ac:spMk id="4" creationId="{4172A604-6FE5-DB2D-0A92-2B441C4CE663}"/>
          </ac:spMkLst>
        </pc:spChg>
        <pc:spChg chg="add">
          <ac:chgData name="Patel, YashMilinkumar" userId="9fbd1a08-d771-4c54-a6d6-d2b60515e1d6" providerId="ADAL" clId="{5CE68A33-4B6D-4525-8544-ECA2FE63E165}" dt="2025-04-11T16:18:46.575" v="473"/>
          <ac:spMkLst>
            <pc:docMk/>
            <pc:sldMk cId="1843097125" sldId="273"/>
            <ac:spMk id="5" creationId="{20DA6D1B-F18D-6F0F-A484-87C6A7A72A51}"/>
          </ac:spMkLst>
        </pc:spChg>
        <pc:spChg chg="add">
          <ac:chgData name="Patel, YashMilinkumar" userId="9fbd1a08-d771-4c54-a6d6-d2b60515e1d6" providerId="ADAL" clId="{5CE68A33-4B6D-4525-8544-ECA2FE63E165}" dt="2025-04-11T16:18:46.575" v="473"/>
          <ac:spMkLst>
            <pc:docMk/>
            <pc:sldMk cId="1843097125" sldId="273"/>
            <ac:spMk id="6" creationId="{507388C0-8FE2-1DB9-12D2-D9B62713A172}"/>
          </ac:spMkLst>
        </pc:spChg>
        <pc:spChg chg="add">
          <ac:chgData name="Patel, YashMilinkumar" userId="9fbd1a08-d771-4c54-a6d6-d2b60515e1d6" providerId="ADAL" clId="{5CE68A33-4B6D-4525-8544-ECA2FE63E165}" dt="2025-04-11T16:18:46.575" v="473"/>
          <ac:spMkLst>
            <pc:docMk/>
            <pc:sldMk cId="1843097125" sldId="273"/>
            <ac:spMk id="7" creationId="{ACF8990C-36FF-875C-7659-E770662DF25D}"/>
          </ac:spMkLst>
        </pc:spChg>
        <pc:spChg chg="add del mod">
          <ac:chgData name="Patel, YashMilinkumar" userId="9fbd1a08-d771-4c54-a6d6-d2b60515e1d6" providerId="ADAL" clId="{5CE68A33-4B6D-4525-8544-ECA2FE63E165}" dt="2025-04-11T16:18:54.703" v="477"/>
          <ac:spMkLst>
            <pc:docMk/>
            <pc:sldMk cId="1843097125" sldId="273"/>
            <ac:spMk id="8" creationId="{A55DDE22-5A13-ED93-C31C-816E7F367D78}"/>
          </ac:spMkLst>
        </pc:spChg>
      </pc:sldChg>
      <pc:sldChg chg="addSp delSp modSp new mod setBg addAnim delAnim setClrOvrMap">
        <pc:chgData name="Patel, YashMilinkumar" userId="9fbd1a08-d771-4c54-a6d6-d2b60515e1d6" providerId="ADAL" clId="{5CE68A33-4B6D-4525-8544-ECA2FE63E165}" dt="2025-04-11T16:21:03.095" v="492"/>
        <pc:sldMkLst>
          <pc:docMk/>
          <pc:sldMk cId="1182890939" sldId="274"/>
        </pc:sldMkLst>
        <pc:spChg chg="mod">
          <ac:chgData name="Patel, YashMilinkumar" userId="9fbd1a08-d771-4c54-a6d6-d2b60515e1d6" providerId="ADAL" clId="{5CE68A33-4B6D-4525-8544-ECA2FE63E165}" dt="2025-04-11T16:21:03.087" v="491" actId="26606"/>
          <ac:spMkLst>
            <pc:docMk/>
            <pc:sldMk cId="1182890939" sldId="274"/>
            <ac:spMk id="2" creationId="{D910E889-BA04-F1F6-1A9C-2A745A9B99F3}"/>
          </ac:spMkLst>
        </pc:spChg>
        <pc:spChg chg="del">
          <ac:chgData name="Patel, YashMilinkumar" userId="9fbd1a08-d771-4c54-a6d6-d2b60515e1d6" providerId="ADAL" clId="{5CE68A33-4B6D-4525-8544-ECA2FE63E165}" dt="2025-04-11T16:20:07.737" v="485" actId="478"/>
          <ac:spMkLst>
            <pc:docMk/>
            <pc:sldMk cId="1182890939" sldId="274"/>
            <ac:spMk id="3" creationId="{091B08AF-6645-8C7C-200B-908FCC0ADABF}"/>
          </ac:spMkLst>
        </pc:spChg>
        <pc:spChg chg="add del">
          <ac:chgData name="Patel, YashMilinkumar" userId="9fbd1a08-d771-4c54-a6d6-d2b60515e1d6" providerId="ADAL" clId="{5CE68A33-4B6D-4525-8544-ECA2FE63E165}" dt="2025-04-11T16:21:03.071" v="490" actId="26606"/>
          <ac:spMkLst>
            <pc:docMk/>
            <pc:sldMk cId="1182890939" sldId="274"/>
            <ac:spMk id="8" creationId="{E014418F-10CE-4493-8436-D9FFEEDF1349}"/>
          </ac:spMkLst>
        </pc:spChg>
        <pc:spChg chg="add">
          <ac:chgData name="Patel, YashMilinkumar" userId="9fbd1a08-d771-4c54-a6d6-d2b60515e1d6" providerId="ADAL" clId="{5CE68A33-4B6D-4525-8544-ECA2FE63E165}" dt="2025-04-11T16:21:03.087" v="491" actId="26606"/>
          <ac:spMkLst>
            <pc:docMk/>
            <pc:sldMk cId="1182890939" sldId="274"/>
            <ac:spMk id="10" creationId="{68CD2EFB-78C2-4C6E-A6B9-4ED12FAD5B99}"/>
          </ac:spMkLst>
        </pc:spChg>
        <pc:spChg chg="add">
          <ac:chgData name="Patel, YashMilinkumar" userId="9fbd1a08-d771-4c54-a6d6-d2b60515e1d6" providerId="ADAL" clId="{5CE68A33-4B6D-4525-8544-ECA2FE63E165}" dt="2025-04-11T16:21:03.087" v="491" actId="26606"/>
          <ac:spMkLst>
            <pc:docMk/>
            <pc:sldMk cId="1182890939" sldId="274"/>
            <ac:spMk id="11" creationId="{C8320351-9FA2-4A26-885B-BB8F3E4902D2}"/>
          </ac:spMkLst>
        </pc:spChg>
        <pc:picChg chg="add del">
          <ac:chgData name="Patel, YashMilinkumar" userId="9fbd1a08-d771-4c54-a6d6-d2b60515e1d6" providerId="ADAL" clId="{5CE68A33-4B6D-4525-8544-ECA2FE63E165}" dt="2025-04-11T16:21:03.071" v="490" actId="26606"/>
          <ac:picMkLst>
            <pc:docMk/>
            <pc:sldMk cId="1182890939" sldId="274"/>
            <ac:picMk id="4" creationId="{49A902B7-59D9-5181-F84D-5C256C38EA2C}"/>
          </ac:picMkLst>
        </pc:picChg>
        <pc:picChg chg="add">
          <ac:chgData name="Patel, YashMilinkumar" userId="9fbd1a08-d771-4c54-a6d6-d2b60515e1d6" providerId="ADAL" clId="{5CE68A33-4B6D-4525-8544-ECA2FE63E165}" dt="2025-04-11T16:21:03.087" v="491" actId="26606"/>
          <ac:picMkLst>
            <pc:docMk/>
            <pc:sldMk cId="1182890939" sldId="274"/>
            <ac:picMk id="12" creationId="{35B57072-2DBC-840F-723D-03BD57F493C6}"/>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942D86-BACE-4123-BB4D-C0FA19858FB4}" type="doc">
      <dgm:prSet loTypeId="urn:microsoft.com/office/officeart/2018/2/layout/IconLabelList" loCatId="icon" qsTypeId="urn:microsoft.com/office/officeart/2005/8/quickstyle/simple1" qsCatId="simple" csTypeId="urn:microsoft.com/office/officeart/2018/5/colors/Iconchunking_neutralbg_accent5_2" csCatId="accent5" phldr="1"/>
      <dgm:spPr/>
      <dgm:t>
        <a:bodyPr/>
        <a:lstStyle/>
        <a:p>
          <a:endParaRPr lang="en-US"/>
        </a:p>
      </dgm:t>
    </dgm:pt>
    <dgm:pt modelId="{C95CDFDE-4F29-4CE9-8E1D-6003802A1F5A}">
      <dgm:prSet/>
      <dgm:spPr/>
      <dgm:t>
        <a:bodyPr/>
        <a:lstStyle/>
        <a:p>
          <a:pPr>
            <a:lnSpc>
              <a:spcPct val="100000"/>
            </a:lnSpc>
          </a:pPr>
          <a:r>
            <a:rPr lang="en-US"/>
            <a:t>The main goal is to make a system where:</a:t>
          </a:r>
        </a:p>
      </dgm:t>
    </dgm:pt>
    <dgm:pt modelId="{CC3C6F16-EAB9-47C0-80A2-8E3A80B8B794}" type="parTrans" cxnId="{6EFE9234-EAF0-4C9E-9BFF-732011649564}">
      <dgm:prSet/>
      <dgm:spPr/>
      <dgm:t>
        <a:bodyPr/>
        <a:lstStyle/>
        <a:p>
          <a:endParaRPr lang="en-US"/>
        </a:p>
      </dgm:t>
    </dgm:pt>
    <dgm:pt modelId="{E05A3625-576C-4D44-8FE3-1AA03DC77300}" type="sibTrans" cxnId="{6EFE9234-EAF0-4C9E-9BFF-732011649564}">
      <dgm:prSet/>
      <dgm:spPr/>
      <dgm:t>
        <a:bodyPr/>
        <a:lstStyle/>
        <a:p>
          <a:endParaRPr lang="en-US"/>
        </a:p>
      </dgm:t>
    </dgm:pt>
    <dgm:pt modelId="{B4B01E36-6D72-45FA-9165-56835D74020D}">
      <dgm:prSet/>
      <dgm:spPr/>
      <dgm:t>
        <a:bodyPr/>
        <a:lstStyle/>
        <a:p>
          <a:pPr>
            <a:lnSpc>
              <a:spcPct val="100000"/>
            </a:lnSpc>
          </a:pPr>
          <a:r>
            <a:rPr lang="en-US"/>
            <a:t>Patients can book or cancel appointments online</a:t>
          </a:r>
        </a:p>
      </dgm:t>
    </dgm:pt>
    <dgm:pt modelId="{1DA5864C-1CD5-4135-89EB-73ADF464BA7F}" type="parTrans" cxnId="{8A2D180C-F72E-4D76-A096-18214C402AF6}">
      <dgm:prSet/>
      <dgm:spPr/>
      <dgm:t>
        <a:bodyPr/>
        <a:lstStyle/>
        <a:p>
          <a:endParaRPr lang="en-US"/>
        </a:p>
      </dgm:t>
    </dgm:pt>
    <dgm:pt modelId="{2C9FBAF3-BFFB-4A2E-891B-8725E4F9C12B}" type="sibTrans" cxnId="{8A2D180C-F72E-4D76-A096-18214C402AF6}">
      <dgm:prSet/>
      <dgm:spPr/>
      <dgm:t>
        <a:bodyPr/>
        <a:lstStyle/>
        <a:p>
          <a:endParaRPr lang="en-US"/>
        </a:p>
      </dgm:t>
    </dgm:pt>
    <dgm:pt modelId="{702A0C2B-4D12-4D94-AAAC-60F8F3DDA7EB}">
      <dgm:prSet/>
      <dgm:spPr/>
      <dgm:t>
        <a:bodyPr/>
        <a:lstStyle/>
        <a:p>
          <a:pPr>
            <a:lnSpc>
              <a:spcPct val="100000"/>
            </a:lnSpc>
          </a:pPr>
          <a:r>
            <a:rPr lang="en-US"/>
            <a:t>Doctors can update their available time slots</a:t>
          </a:r>
        </a:p>
      </dgm:t>
    </dgm:pt>
    <dgm:pt modelId="{D3AF29A5-D05D-4561-B558-E8BAA14D332C}" type="parTrans" cxnId="{51BAC8F5-405B-4982-A416-74FE8FA89197}">
      <dgm:prSet/>
      <dgm:spPr/>
      <dgm:t>
        <a:bodyPr/>
        <a:lstStyle/>
        <a:p>
          <a:endParaRPr lang="en-US"/>
        </a:p>
      </dgm:t>
    </dgm:pt>
    <dgm:pt modelId="{A758E1D3-5796-4D38-9AD9-FC05804025AB}" type="sibTrans" cxnId="{51BAC8F5-405B-4982-A416-74FE8FA89197}">
      <dgm:prSet/>
      <dgm:spPr/>
      <dgm:t>
        <a:bodyPr/>
        <a:lstStyle/>
        <a:p>
          <a:endParaRPr lang="en-US"/>
        </a:p>
      </dgm:t>
    </dgm:pt>
    <dgm:pt modelId="{11F4C619-00EF-4866-A012-EF82D222427D}">
      <dgm:prSet/>
      <dgm:spPr/>
      <dgm:t>
        <a:bodyPr/>
        <a:lstStyle/>
        <a:p>
          <a:pPr>
            <a:lnSpc>
              <a:spcPct val="100000"/>
            </a:lnSpc>
          </a:pPr>
          <a:r>
            <a:rPr lang="en-US"/>
            <a:t>Reminders go to patients by email or SMS</a:t>
          </a:r>
        </a:p>
      </dgm:t>
    </dgm:pt>
    <dgm:pt modelId="{22905DD3-4706-4D5F-AC79-4FE585D421BD}" type="parTrans" cxnId="{1DB52080-F9A7-433E-9A14-4EFECB6E52EB}">
      <dgm:prSet/>
      <dgm:spPr/>
      <dgm:t>
        <a:bodyPr/>
        <a:lstStyle/>
        <a:p>
          <a:endParaRPr lang="en-US"/>
        </a:p>
      </dgm:t>
    </dgm:pt>
    <dgm:pt modelId="{65328911-A7A0-4542-8B5C-FBBC092084C2}" type="sibTrans" cxnId="{1DB52080-F9A7-433E-9A14-4EFECB6E52EB}">
      <dgm:prSet/>
      <dgm:spPr/>
      <dgm:t>
        <a:bodyPr/>
        <a:lstStyle/>
        <a:p>
          <a:endParaRPr lang="en-US"/>
        </a:p>
      </dgm:t>
    </dgm:pt>
    <dgm:pt modelId="{FB6B35CC-B36A-4C39-B87C-FAF652E36B7E}">
      <dgm:prSet/>
      <dgm:spPr/>
      <dgm:t>
        <a:bodyPr/>
        <a:lstStyle/>
        <a:p>
          <a:pPr>
            <a:lnSpc>
              <a:spcPct val="100000"/>
            </a:lnSpc>
          </a:pPr>
          <a:r>
            <a:rPr lang="en-US"/>
            <a:t>Admin can manage everything in one place</a:t>
          </a:r>
        </a:p>
      </dgm:t>
    </dgm:pt>
    <dgm:pt modelId="{022B97E2-0F0A-49D9-AEF5-D69ED6143F3D}" type="parTrans" cxnId="{3D788617-E748-4EA9-AF87-8ABE0168F2A6}">
      <dgm:prSet/>
      <dgm:spPr/>
      <dgm:t>
        <a:bodyPr/>
        <a:lstStyle/>
        <a:p>
          <a:endParaRPr lang="en-US"/>
        </a:p>
      </dgm:t>
    </dgm:pt>
    <dgm:pt modelId="{0BEF2DDB-A993-4BF6-84DC-9E5C4A94D852}" type="sibTrans" cxnId="{3D788617-E748-4EA9-AF87-8ABE0168F2A6}">
      <dgm:prSet/>
      <dgm:spPr/>
      <dgm:t>
        <a:bodyPr/>
        <a:lstStyle/>
        <a:p>
          <a:endParaRPr lang="en-US"/>
        </a:p>
      </dgm:t>
    </dgm:pt>
    <dgm:pt modelId="{D93FEE58-39FF-4F2B-81E4-F606948F6CEA}">
      <dgm:prSet/>
      <dgm:spPr/>
      <dgm:t>
        <a:bodyPr/>
        <a:lstStyle/>
        <a:p>
          <a:pPr>
            <a:lnSpc>
              <a:spcPct val="100000"/>
            </a:lnSpc>
          </a:pPr>
          <a:r>
            <a:rPr lang="en-US" dirty="0"/>
            <a:t>Also, the system works on both mobile and desktop.</a:t>
          </a:r>
        </a:p>
      </dgm:t>
    </dgm:pt>
    <dgm:pt modelId="{3ABCD69B-355E-4621-9E82-38883AD95C91}" type="parTrans" cxnId="{4A1BC8C2-9606-4945-AE3A-D2CDE65057B7}">
      <dgm:prSet/>
      <dgm:spPr/>
      <dgm:t>
        <a:bodyPr/>
        <a:lstStyle/>
        <a:p>
          <a:endParaRPr lang="en-US"/>
        </a:p>
      </dgm:t>
    </dgm:pt>
    <dgm:pt modelId="{CAA8BE86-1582-46D5-A4B6-55BCC64F021D}" type="sibTrans" cxnId="{4A1BC8C2-9606-4945-AE3A-D2CDE65057B7}">
      <dgm:prSet/>
      <dgm:spPr/>
      <dgm:t>
        <a:bodyPr/>
        <a:lstStyle/>
        <a:p>
          <a:endParaRPr lang="en-US"/>
        </a:p>
      </dgm:t>
    </dgm:pt>
    <dgm:pt modelId="{DB04B08A-C436-4D27-A5BC-9AE15C276473}" type="pres">
      <dgm:prSet presAssocID="{5A942D86-BACE-4123-BB4D-C0FA19858FB4}" presName="root" presStyleCnt="0">
        <dgm:presLayoutVars>
          <dgm:dir/>
          <dgm:resizeHandles val="exact"/>
        </dgm:presLayoutVars>
      </dgm:prSet>
      <dgm:spPr/>
    </dgm:pt>
    <dgm:pt modelId="{5F5A783C-6BE3-404A-8D83-258755B3FDDB}" type="pres">
      <dgm:prSet presAssocID="{C95CDFDE-4F29-4CE9-8E1D-6003802A1F5A}" presName="compNode" presStyleCnt="0"/>
      <dgm:spPr/>
    </dgm:pt>
    <dgm:pt modelId="{A9BAA194-C16F-49DF-A2B2-6C2DBB24A124}" type="pres">
      <dgm:prSet presAssocID="{C95CDFDE-4F29-4CE9-8E1D-6003802A1F5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9A782D4D-A9FB-4212-8571-F63F391F0355}" type="pres">
      <dgm:prSet presAssocID="{C95CDFDE-4F29-4CE9-8E1D-6003802A1F5A}" presName="spaceRect" presStyleCnt="0"/>
      <dgm:spPr/>
    </dgm:pt>
    <dgm:pt modelId="{EC0CC438-9320-4EB2-8189-D5B87A1E345D}" type="pres">
      <dgm:prSet presAssocID="{C95CDFDE-4F29-4CE9-8E1D-6003802A1F5A}" presName="textRect" presStyleLbl="revTx" presStyleIdx="0" presStyleCnt="6">
        <dgm:presLayoutVars>
          <dgm:chMax val="1"/>
          <dgm:chPref val="1"/>
        </dgm:presLayoutVars>
      </dgm:prSet>
      <dgm:spPr/>
    </dgm:pt>
    <dgm:pt modelId="{219677E4-8F3B-4E67-A6F3-4DEC3D4B68B3}" type="pres">
      <dgm:prSet presAssocID="{E05A3625-576C-4D44-8FE3-1AA03DC77300}" presName="sibTrans" presStyleCnt="0"/>
      <dgm:spPr/>
    </dgm:pt>
    <dgm:pt modelId="{90D69C1D-6930-47B9-BB90-6F3E68188068}" type="pres">
      <dgm:prSet presAssocID="{B4B01E36-6D72-45FA-9165-56835D74020D}" presName="compNode" presStyleCnt="0"/>
      <dgm:spPr/>
    </dgm:pt>
    <dgm:pt modelId="{BBFF6D31-FB83-4B96-B6F6-8B438FEA4167}" type="pres">
      <dgm:prSet presAssocID="{B4B01E36-6D72-45FA-9165-56835D74020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83741A0-B17D-4423-819C-AEBE64EF8738}" type="pres">
      <dgm:prSet presAssocID="{B4B01E36-6D72-45FA-9165-56835D74020D}" presName="spaceRect" presStyleCnt="0"/>
      <dgm:spPr/>
    </dgm:pt>
    <dgm:pt modelId="{303BF107-DDDE-46F2-81EF-490C7D16C35B}" type="pres">
      <dgm:prSet presAssocID="{B4B01E36-6D72-45FA-9165-56835D74020D}" presName="textRect" presStyleLbl="revTx" presStyleIdx="1" presStyleCnt="6">
        <dgm:presLayoutVars>
          <dgm:chMax val="1"/>
          <dgm:chPref val="1"/>
        </dgm:presLayoutVars>
      </dgm:prSet>
      <dgm:spPr/>
    </dgm:pt>
    <dgm:pt modelId="{6B70191F-0B33-46D9-9FB4-4C396BE6773C}" type="pres">
      <dgm:prSet presAssocID="{2C9FBAF3-BFFB-4A2E-891B-8725E4F9C12B}" presName="sibTrans" presStyleCnt="0"/>
      <dgm:spPr/>
    </dgm:pt>
    <dgm:pt modelId="{4CDC30B3-9627-4926-B104-9F55B5E3541F}" type="pres">
      <dgm:prSet presAssocID="{702A0C2B-4D12-4D94-AAAC-60F8F3DDA7EB}" presName="compNode" presStyleCnt="0"/>
      <dgm:spPr/>
    </dgm:pt>
    <dgm:pt modelId="{EF676482-BE09-41D3-B0EC-7D9D3D63FCBD}" type="pres">
      <dgm:prSet presAssocID="{702A0C2B-4D12-4D94-AAAC-60F8F3DDA7E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7E8A0080-22F2-45F6-B752-5FAEDF5A2C49}" type="pres">
      <dgm:prSet presAssocID="{702A0C2B-4D12-4D94-AAAC-60F8F3DDA7EB}" presName="spaceRect" presStyleCnt="0"/>
      <dgm:spPr/>
    </dgm:pt>
    <dgm:pt modelId="{592EFFEB-9120-4898-8043-803E2CC83B02}" type="pres">
      <dgm:prSet presAssocID="{702A0C2B-4D12-4D94-AAAC-60F8F3DDA7EB}" presName="textRect" presStyleLbl="revTx" presStyleIdx="2" presStyleCnt="6">
        <dgm:presLayoutVars>
          <dgm:chMax val="1"/>
          <dgm:chPref val="1"/>
        </dgm:presLayoutVars>
      </dgm:prSet>
      <dgm:spPr/>
    </dgm:pt>
    <dgm:pt modelId="{91040781-AB62-431D-89BF-84248AD7EDB5}" type="pres">
      <dgm:prSet presAssocID="{A758E1D3-5796-4D38-9AD9-FC05804025AB}" presName="sibTrans" presStyleCnt="0"/>
      <dgm:spPr/>
    </dgm:pt>
    <dgm:pt modelId="{D195486D-A749-4C2C-93A7-B3D519FE5ACC}" type="pres">
      <dgm:prSet presAssocID="{11F4C619-00EF-4866-A012-EF82D222427D}" presName="compNode" presStyleCnt="0"/>
      <dgm:spPr/>
    </dgm:pt>
    <dgm:pt modelId="{8E0BE1C6-F8CF-4265-9A7F-EAE69D50EA53}" type="pres">
      <dgm:prSet presAssocID="{11F4C619-00EF-4866-A012-EF82D222427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mail"/>
        </a:ext>
      </dgm:extLst>
    </dgm:pt>
    <dgm:pt modelId="{EF3CBC03-63F6-46CC-88B4-E86D0F6C1129}" type="pres">
      <dgm:prSet presAssocID="{11F4C619-00EF-4866-A012-EF82D222427D}" presName="spaceRect" presStyleCnt="0"/>
      <dgm:spPr/>
    </dgm:pt>
    <dgm:pt modelId="{9023DA53-0821-4ED3-94A1-A44C6087D79C}" type="pres">
      <dgm:prSet presAssocID="{11F4C619-00EF-4866-A012-EF82D222427D}" presName="textRect" presStyleLbl="revTx" presStyleIdx="3" presStyleCnt="6">
        <dgm:presLayoutVars>
          <dgm:chMax val="1"/>
          <dgm:chPref val="1"/>
        </dgm:presLayoutVars>
      </dgm:prSet>
      <dgm:spPr/>
    </dgm:pt>
    <dgm:pt modelId="{83A806FF-2C5A-4138-8ACD-3720F5718231}" type="pres">
      <dgm:prSet presAssocID="{65328911-A7A0-4542-8B5C-FBBC092084C2}" presName="sibTrans" presStyleCnt="0"/>
      <dgm:spPr/>
    </dgm:pt>
    <dgm:pt modelId="{1C2D385B-109A-407A-8742-25C69246DDED}" type="pres">
      <dgm:prSet presAssocID="{FB6B35CC-B36A-4C39-B87C-FAF652E36B7E}" presName="compNode" presStyleCnt="0"/>
      <dgm:spPr/>
    </dgm:pt>
    <dgm:pt modelId="{9ABC122C-0886-495C-9C0C-1F557EB25B75}" type="pres">
      <dgm:prSet presAssocID="{FB6B35CC-B36A-4C39-B87C-FAF652E36B7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
        </a:ext>
      </dgm:extLst>
    </dgm:pt>
    <dgm:pt modelId="{3DDE5ADA-BF96-4F31-96CC-74DF9F912821}" type="pres">
      <dgm:prSet presAssocID="{FB6B35CC-B36A-4C39-B87C-FAF652E36B7E}" presName="spaceRect" presStyleCnt="0"/>
      <dgm:spPr/>
    </dgm:pt>
    <dgm:pt modelId="{5D9AEC5A-7A1A-45CE-880A-641972FF88E2}" type="pres">
      <dgm:prSet presAssocID="{FB6B35CC-B36A-4C39-B87C-FAF652E36B7E}" presName="textRect" presStyleLbl="revTx" presStyleIdx="4" presStyleCnt="6">
        <dgm:presLayoutVars>
          <dgm:chMax val="1"/>
          <dgm:chPref val="1"/>
        </dgm:presLayoutVars>
      </dgm:prSet>
      <dgm:spPr/>
    </dgm:pt>
    <dgm:pt modelId="{DEC7379B-5B20-45C5-B935-1E70ED42A361}" type="pres">
      <dgm:prSet presAssocID="{0BEF2DDB-A993-4BF6-84DC-9E5C4A94D852}" presName="sibTrans" presStyleCnt="0"/>
      <dgm:spPr/>
    </dgm:pt>
    <dgm:pt modelId="{8A14332F-23D9-486E-BB77-417D6CFF4C45}" type="pres">
      <dgm:prSet presAssocID="{D93FEE58-39FF-4F2B-81E4-F606948F6CEA}" presName="compNode" presStyleCnt="0"/>
      <dgm:spPr/>
    </dgm:pt>
    <dgm:pt modelId="{9B73D50A-14B7-4E1A-A164-4BA70E0004E0}" type="pres">
      <dgm:prSet presAssocID="{D93FEE58-39FF-4F2B-81E4-F606948F6CEA}"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onitor"/>
        </a:ext>
      </dgm:extLst>
    </dgm:pt>
    <dgm:pt modelId="{0A6FE1DD-CA9B-4874-B026-0B7997B51D45}" type="pres">
      <dgm:prSet presAssocID="{D93FEE58-39FF-4F2B-81E4-F606948F6CEA}" presName="spaceRect" presStyleCnt="0"/>
      <dgm:spPr/>
    </dgm:pt>
    <dgm:pt modelId="{8D0287FF-C617-43D1-8E80-C7629B863532}" type="pres">
      <dgm:prSet presAssocID="{D93FEE58-39FF-4F2B-81E4-F606948F6CEA}" presName="textRect" presStyleLbl="revTx" presStyleIdx="5" presStyleCnt="6">
        <dgm:presLayoutVars>
          <dgm:chMax val="1"/>
          <dgm:chPref val="1"/>
        </dgm:presLayoutVars>
      </dgm:prSet>
      <dgm:spPr/>
    </dgm:pt>
  </dgm:ptLst>
  <dgm:cxnLst>
    <dgm:cxn modelId="{8A2D180C-F72E-4D76-A096-18214C402AF6}" srcId="{5A942D86-BACE-4123-BB4D-C0FA19858FB4}" destId="{B4B01E36-6D72-45FA-9165-56835D74020D}" srcOrd="1" destOrd="0" parTransId="{1DA5864C-1CD5-4135-89EB-73ADF464BA7F}" sibTransId="{2C9FBAF3-BFFB-4A2E-891B-8725E4F9C12B}"/>
    <dgm:cxn modelId="{3D788617-E748-4EA9-AF87-8ABE0168F2A6}" srcId="{5A942D86-BACE-4123-BB4D-C0FA19858FB4}" destId="{FB6B35CC-B36A-4C39-B87C-FAF652E36B7E}" srcOrd="4" destOrd="0" parTransId="{022B97E2-0F0A-49D9-AEF5-D69ED6143F3D}" sibTransId="{0BEF2DDB-A993-4BF6-84DC-9E5C4A94D852}"/>
    <dgm:cxn modelId="{41B17933-DFD7-4A94-A2F4-9448A752463E}" type="presOf" srcId="{FB6B35CC-B36A-4C39-B87C-FAF652E36B7E}" destId="{5D9AEC5A-7A1A-45CE-880A-641972FF88E2}" srcOrd="0" destOrd="0" presId="urn:microsoft.com/office/officeart/2018/2/layout/IconLabelList"/>
    <dgm:cxn modelId="{6EFE9234-EAF0-4C9E-9BFF-732011649564}" srcId="{5A942D86-BACE-4123-BB4D-C0FA19858FB4}" destId="{C95CDFDE-4F29-4CE9-8E1D-6003802A1F5A}" srcOrd="0" destOrd="0" parTransId="{CC3C6F16-EAB9-47C0-80A2-8E3A80B8B794}" sibTransId="{E05A3625-576C-4D44-8FE3-1AA03DC77300}"/>
    <dgm:cxn modelId="{3B450C61-8770-4FEA-909F-6431014B0A18}" type="presOf" srcId="{11F4C619-00EF-4866-A012-EF82D222427D}" destId="{9023DA53-0821-4ED3-94A1-A44C6087D79C}" srcOrd="0" destOrd="0" presId="urn:microsoft.com/office/officeart/2018/2/layout/IconLabelList"/>
    <dgm:cxn modelId="{BDE73065-9BD3-4337-88F9-2BF60D5ECC10}" type="presOf" srcId="{D93FEE58-39FF-4F2B-81E4-F606948F6CEA}" destId="{8D0287FF-C617-43D1-8E80-C7629B863532}" srcOrd="0" destOrd="0" presId="urn:microsoft.com/office/officeart/2018/2/layout/IconLabelList"/>
    <dgm:cxn modelId="{9992126B-4F74-4EB9-BE33-7BD611BA6E64}" type="presOf" srcId="{C95CDFDE-4F29-4CE9-8E1D-6003802A1F5A}" destId="{EC0CC438-9320-4EB2-8189-D5B87A1E345D}" srcOrd="0" destOrd="0" presId="urn:microsoft.com/office/officeart/2018/2/layout/IconLabelList"/>
    <dgm:cxn modelId="{7321755A-B7E3-4347-8B37-30C7521C0E36}" type="presOf" srcId="{B4B01E36-6D72-45FA-9165-56835D74020D}" destId="{303BF107-DDDE-46F2-81EF-490C7D16C35B}" srcOrd="0" destOrd="0" presId="urn:microsoft.com/office/officeart/2018/2/layout/IconLabelList"/>
    <dgm:cxn modelId="{1DB52080-F9A7-433E-9A14-4EFECB6E52EB}" srcId="{5A942D86-BACE-4123-BB4D-C0FA19858FB4}" destId="{11F4C619-00EF-4866-A012-EF82D222427D}" srcOrd="3" destOrd="0" parTransId="{22905DD3-4706-4D5F-AC79-4FE585D421BD}" sibTransId="{65328911-A7A0-4542-8B5C-FBBC092084C2}"/>
    <dgm:cxn modelId="{741993A6-9019-43E4-B770-C626C8D2DA15}" type="presOf" srcId="{702A0C2B-4D12-4D94-AAAC-60F8F3DDA7EB}" destId="{592EFFEB-9120-4898-8043-803E2CC83B02}" srcOrd="0" destOrd="0" presId="urn:microsoft.com/office/officeart/2018/2/layout/IconLabelList"/>
    <dgm:cxn modelId="{A1FB93BC-1B4D-40D4-8D35-8DF6B2C9199B}" type="presOf" srcId="{5A942D86-BACE-4123-BB4D-C0FA19858FB4}" destId="{DB04B08A-C436-4D27-A5BC-9AE15C276473}" srcOrd="0" destOrd="0" presId="urn:microsoft.com/office/officeart/2018/2/layout/IconLabelList"/>
    <dgm:cxn modelId="{4A1BC8C2-9606-4945-AE3A-D2CDE65057B7}" srcId="{5A942D86-BACE-4123-BB4D-C0FA19858FB4}" destId="{D93FEE58-39FF-4F2B-81E4-F606948F6CEA}" srcOrd="5" destOrd="0" parTransId="{3ABCD69B-355E-4621-9E82-38883AD95C91}" sibTransId="{CAA8BE86-1582-46D5-A4B6-55BCC64F021D}"/>
    <dgm:cxn modelId="{51BAC8F5-405B-4982-A416-74FE8FA89197}" srcId="{5A942D86-BACE-4123-BB4D-C0FA19858FB4}" destId="{702A0C2B-4D12-4D94-AAAC-60F8F3DDA7EB}" srcOrd="2" destOrd="0" parTransId="{D3AF29A5-D05D-4561-B558-E8BAA14D332C}" sibTransId="{A758E1D3-5796-4D38-9AD9-FC05804025AB}"/>
    <dgm:cxn modelId="{1F06E5B1-E9BB-491C-BCDC-D94E84573BB4}" type="presParOf" srcId="{DB04B08A-C436-4D27-A5BC-9AE15C276473}" destId="{5F5A783C-6BE3-404A-8D83-258755B3FDDB}" srcOrd="0" destOrd="0" presId="urn:microsoft.com/office/officeart/2018/2/layout/IconLabelList"/>
    <dgm:cxn modelId="{C032C0FF-434C-4E87-AEDF-3D268519DB90}" type="presParOf" srcId="{5F5A783C-6BE3-404A-8D83-258755B3FDDB}" destId="{A9BAA194-C16F-49DF-A2B2-6C2DBB24A124}" srcOrd="0" destOrd="0" presId="urn:microsoft.com/office/officeart/2018/2/layout/IconLabelList"/>
    <dgm:cxn modelId="{F097633E-8B58-4CCF-BD24-5B61E2712CBE}" type="presParOf" srcId="{5F5A783C-6BE3-404A-8D83-258755B3FDDB}" destId="{9A782D4D-A9FB-4212-8571-F63F391F0355}" srcOrd="1" destOrd="0" presId="urn:microsoft.com/office/officeart/2018/2/layout/IconLabelList"/>
    <dgm:cxn modelId="{DD5E4044-F9F0-43B5-A5B5-346FA91CBEEC}" type="presParOf" srcId="{5F5A783C-6BE3-404A-8D83-258755B3FDDB}" destId="{EC0CC438-9320-4EB2-8189-D5B87A1E345D}" srcOrd="2" destOrd="0" presId="urn:microsoft.com/office/officeart/2018/2/layout/IconLabelList"/>
    <dgm:cxn modelId="{6F9B933F-7B6A-4DD3-BDB7-FC10A65F073B}" type="presParOf" srcId="{DB04B08A-C436-4D27-A5BC-9AE15C276473}" destId="{219677E4-8F3B-4E67-A6F3-4DEC3D4B68B3}" srcOrd="1" destOrd="0" presId="urn:microsoft.com/office/officeart/2018/2/layout/IconLabelList"/>
    <dgm:cxn modelId="{ADA6CE59-2427-4270-8C87-AF3A6E52DC4B}" type="presParOf" srcId="{DB04B08A-C436-4D27-A5BC-9AE15C276473}" destId="{90D69C1D-6930-47B9-BB90-6F3E68188068}" srcOrd="2" destOrd="0" presId="urn:microsoft.com/office/officeart/2018/2/layout/IconLabelList"/>
    <dgm:cxn modelId="{D881199C-162F-4BD7-B595-04D0B3624026}" type="presParOf" srcId="{90D69C1D-6930-47B9-BB90-6F3E68188068}" destId="{BBFF6D31-FB83-4B96-B6F6-8B438FEA4167}" srcOrd="0" destOrd="0" presId="urn:microsoft.com/office/officeart/2018/2/layout/IconLabelList"/>
    <dgm:cxn modelId="{FFFF139F-DE1B-418F-903A-A183D3C8F7FD}" type="presParOf" srcId="{90D69C1D-6930-47B9-BB90-6F3E68188068}" destId="{283741A0-B17D-4423-819C-AEBE64EF8738}" srcOrd="1" destOrd="0" presId="urn:microsoft.com/office/officeart/2018/2/layout/IconLabelList"/>
    <dgm:cxn modelId="{07005160-71CD-4AE0-A426-2ABE56637716}" type="presParOf" srcId="{90D69C1D-6930-47B9-BB90-6F3E68188068}" destId="{303BF107-DDDE-46F2-81EF-490C7D16C35B}" srcOrd="2" destOrd="0" presId="urn:microsoft.com/office/officeart/2018/2/layout/IconLabelList"/>
    <dgm:cxn modelId="{8BA0235C-8C4B-472F-BC3B-881EF3814C3C}" type="presParOf" srcId="{DB04B08A-C436-4D27-A5BC-9AE15C276473}" destId="{6B70191F-0B33-46D9-9FB4-4C396BE6773C}" srcOrd="3" destOrd="0" presId="urn:microsoft.com/office/officeart/2018/2/layout/IconLabelList"/>
    <dgm:cxn modelId="{8E2FED49-18A9-47EC-80FF-4F72EE750B88}" type="presParOf" srcId="{DB04B08A-C436-4D27-A5BC-9AE15C276473}" destId="{4CDC30B3-9627-4926-B104-9F55B5E3541F}" srcOrd="4" destOrd="0" presId="urn:microsoft.com/office/officeart/2018/2/layout/IconLabelList"/>
    <dgm:cxn modelId="{6540AE66-7E0E-4389-9FD4-AEE58F4AE8DC}" type="presParOf" srcId="{4CDC30B3-9627-4926-B104-9F55B5E3541F}" destId="{EF676482-BE09-41D3-B0EC-7D9D3D63FCBD}" srcOrd="0" destOrd="0" presId="urn:microsoft.com/office/officeart/2018/2/layout/IconLabelList"/>
    <dgm:cxn modelId="{85AABD34-F725-4860-A60A-D8E853DC8438}" type="presParOf" srcId="{4CDC30B3-9627-4926-B104-9F55B5E3541F}" destId="{7E8A0080-22F2-45F6-B752-5FAEDF5A2C49}" srcOrd="1" destOrd="0" presId="urn:microsoft.com/office/officeart/2018/2/layout/IconLabelList"/>
    <dgm:cxn modelId="{794B853F-15EB-4279-BD44-344A7A25DF1B}" type="presParOf" srcId="{4CDC30B3-9627-4926-B104-9F55B5E3541F}" destId="{592EFFEB-9120-4898-8043-803E2CC83B02}" srcOrd="2" destOrd="0" presId="urn:microsoft.com/office/officeart/2018/2/layout/IconLabelList"/>
    <dgm:cxn modelId="{92EE44ED-0808-4598-A50E-97D69C3035F9}" type="presParOf" srcId="{DB04B08A-C436-4D27-A5BC-9AE15C276473}" destId="{91040781-AB62-431D-89BF-84248AD7EDB5}" srcOrd="5" destOrd="0" presId="urn:microsoft.com/office/officeart/2018/2/layout/IconLabelList"/>
    <dgm:cxn modelId="{B80295D2-868B-4FDB-B755-123F8B622577}" type="presParOf" srcId="{DB04B08A-C436-4D27-A5BC-9AE15C276473}" destId="{D195486D-A749-4C2C-93A7-B3D519FE5ACC}" srcOrd="6" destOrd="0" presId="urn:microsoft.com/office/officeart/2018/2/layout/IconLabelList"/>
    <dgm:cxn modelId="{119490E5-5D32-4441-874B-9028B38024AD}" type="presParOf" srcId="{D195486D-A749-4C2C-93A7-B3D519FE5ACC}" destId="{8E0BE1C6-F8CF-4265-9A7F-EAE69D50EA53}" srcOrd="0" destOrd="0" presId="urn:microsoft.com/office/officeart/2018/2/layout/IconLabelList"/>
    <dgm:cxn modelId="{37BC2486-BFBB-432A-8C30-2C7D98523E5B}" type="presParOf" srcId="{D195486D-A749-4C2C-93A7-B3D519FE5ACC}" destId="{EF3CBC03-63F6-46CC-88B4-E86D0F6C1129}" srcOrd="1" destOrd="0" presId="urn:microsoft.com/office/officeart/2018/2/layout/IconLabelList"/>
    <dgm:cxn modelId="{71B295B3-2FA9-4AF1-901C-84DBC9C0DFA5}" type="presParOf" srcId="{D195486D-A749-4C2C-93A7-B3D519FE5ACC}" destId="{9023DA53-0821-4ED3-94A1-A44C6087D79C}" srcOrd="2" destOrd="0" presId="urn:microsoft.com/office/officeart/2018/2/layout/IconLabelList"/>
    <dgm:cxn modelId="{B6B257B5-3311-4CEA-A995-B807DD109740}" type="presParOf" srcId="{DB04B08A-C436-4D27-A5BC-9AE15C276473}" destId="{83A806FF-2C5A-4138-8ACD-3720F5718231}" srcOrd="7" destOrd="0" presId="urn:microsoft.com/office/officeart/2018/2/layout/IconLabelList"/>
    <dgm:cxn modelId="{4A315B56-C0B1-4183-9D40-F1806443EC6E}" type="presParOf" srcId="{DB04B08A-C436-4D27-A5BC-9AE15C276473}" destId="{1C2D385B-109A-407A-8742-25C69246DDED}" srcOrd="8" destOrd="0" presId="urn:microsoft.com/office/officeart/2018/2/layout/IconLabelList"/>
    <dgm:cxn modelId="{A1205649-4D45-45D9-B7D4-189EC050C4FD}" type="presParOf" srcId="{1C2D385B-109A-407A-8742-25C69246DDED}" destId="{9ABC122C-0886-495C-9C0C-1F557EB25B75}" srcOrd="0" destOrd="0" presId="urn:microsoft.com/office/officeart/2018/2/layout/IconLabelList"/>
    <dgm:cxn modelId="{99A6C547-C65A-42E6-8957-76D531E669E6}" type="presParOf" srcId="{1C2D385B-109A-407A-8742-25C69246DDED}" destId="{3DDE5ADA-BF96-4F31-96CC-74DF9F912821}" srcOrd="1" destOrd="0" presId="urn:microsoft.com/office/officeart/2018/2/layout/IconLabelList"/>
    <dgm:cxn modelId="{6F49F194-B4D8-42CA-8A19-D632FA7E25E0}" type="presParOf" srcId="{1C2D385B-109A-407A-8742-25C69246DDED}" destId="{5D9AEC5A-7A1A-45CE-880A-641972FF88E2}" srcOrd="2" destOrd="0" presId="urn:microsoft.com/office/officeart/2018/2/layout/IconLabelList"/>
    <dgm:cxn modelId="{2F75DFC6-C696-4B58-A92F-BC1C2A056E83}" type="presParOf" srcId="{DB04B08A-C436-4D27-A5BC-9AE15C276473}" destId="{DEC7379B-5B20-45C5-B935-1E70ED42A361}" srcOrd="9" destOrd="0" presId="urn:microsoft.com/office/officeart/2018/2/layout/IconLabelList"/>
    <dgm:cxn modelId="{B121FEA5-7507-4342-ABC8-967BC196759C}" type="presParOf" srcId="{DB04B08A-C436-4D27-A5BC-9AE15C276473}" destId="{8A14332F-23D9-486E-BB77-417D6CFF4C45}" srcOrd="10" destOrd="0" presId="urn:microsoft.com/office/officeart/2018/2/layout/IconLabelList"/>
    <dgm:cxn modelId="{7BDDA3F6-CF0E-4EF6-B473-481760F550FC}" type="presParOf" srcId="{8A14332F-23D9-486E-BB77-417D6CFF4C45}" destId="{9B73D50A-14B7-4E1A-A164-4BA70E0004E0}" srcOrd="0" destOrd="0" presId="urn:microsoft.com/office/officeart/2018/2/layout/IconLabelList"/>
    <dgm:cxn modelId="{496FF39D-2085-45E0-9EB3-EF7E5120FB61}" type="presParOf" srcId="{8A14332F-23D9-486E-BB77-417D6CFF4C45}" destId="{0A6FE1DD-CA9B-4874-B026-0B7997B51D45}" srcOrd="1" destOrd="0" presId="urn:microsoft.com/office/officeart/2018/2/layout/IconLabelList"/>
    <dgm:cxn modelId="{CD606160-6546-4C21-B7CA-631252F192B9}" type="presParOf" srcId="{8A14332F-23D9-486E-BB77-417D6CFF4C45}" destId="{8D0287FF-C617-43D1-8E80-C7629B863532}"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B595BA-DE5F-40C0-BE59-D894F0E7FBA9}"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84BF0637-41B5-4E30-BA22-CCC5A4144655}">
      <dgm:prSet/>
      <dgm:spPr/>
      <dgm:t>
        <a:bodyPr/>
        <a:lstStyle/>
        <a:p>
          <a:r>
            <a:rPr lang="en-US"/>
            <a:t>• Homepage with login options for patients, doctors, and admin</a:t>
          </a:r>
          <a:br>
            <a:rPr lang="en-US"/>
          </a:br>
          <a:r>
            <a:rPr lang="en-US"/>
            <a:t>• Patient booking form (simple and mobile-friendly)</a:t>
          </a:r>
          <a:br>
            <a:rPr lang="en-US"/>
          </a:br>
          <a:r>
            <a:rPr lang="en-US"/>
            <a:t>• Doctor availability form</a:t>
          </a:r>
          <a:br>
            <a:rPr lang="en-US"/>
          </a:br>
          <a:r>
            <a:rPr lang="en-US"/>
            <a:t>• Admin dashboard with appointment control</a:t>
          </a:r>
        </a:p>
      </dgm:t>
    </dgm:pt>
    <dgm:pt modelId="{2823E6A6-17A4-4FBE-B031-C37A1A4302E2}" type="parTrans" cxnId="{817A5D34-0809-45C0-9324-86309C952759}">
      <dgm:prSet/>
      <dgm:spPr/>
      <dgm:t>
        <a:bodyPr/>
        <a:lstStyle/>
        <a:p>
          <a:endParaRPr lang="en-US"/>
        </a:p>
      </dgm:t>
    </dgm:pt>
    <dgm:pt modelId="{DED7C207-B085-4372-9A04-8191099FCED7}" type="sibTrans" cxnId="{817A5D34-0809-45C0-9324-86309C952759}">
      <dgm:prSet/>
      <dgm:spPr/>
      <dgm:t>
        <a:bodyPr/>
        <a:lstStyle/>
        <a:p>
          <a:endParaRPr lang="en-US"/>
        </a:p>
      </dgm:t>
    </dgm:pt>
    <dgm:pt modelId="{36F8DCCD-1F0D-4423-9904-B81322669374}">
      <dgm:prSet/>
      <dgm:spPr/>
      <dgm:t>
        <a:bodyPr/>
        <a:lstStyle/>
        <a:p>
          <a:r>
            <a:rPr lang="en-US"/>
            <a:t>All pages are built using HTML, CSS, and JavaScript.</a:t>
          </a:r>
          <a:br>
            <a:rPr lang="en-US"/>
          </a:br>
          <a:r>
            <a:rPr lang="en-US"/>
            <a:t>Each user has a separate interface for ease of use.</a:t>
          </a:r>
        </a:p>
      </dgm:t>
    </dgm:pt>
    <dgm:pt modelId="{314560F7-98B2-4AD6-BDB6-53495E57600F}" type="parTrans" cxnId="{2ADF855D-5E0C-4811-BD82-47D5B31C72A6}">
      <dgm:prSet/>
      <dgm:spPr/>
      <dgm:t>
        <a:bodyPr/>
        <a:lstStyle/>
        <a:p>
          <a:endParaRPr lang="en-US"/>
        </a:p>
      </dgm:t>
    </dgm:pt>
    <dgm:pt modelId="{AE71D58D-D4DB-4ACD-9AA6-84287F1C0AFF}" type="sibTrans" cxnId="{2ADF855D-5E0C-4811-BD82-47D5B31C72A6}">
      <dgm:prSet/>
      <dgm:spPr/>
      <dgm:t>
        <a:bodyPr/>
        <a:lstStyle/>
        <a:p>
          <a:endParaRPr lang="en-US"/>
        </a:p>
      </dgm:t>
    </dgm:pt>
    <dgm:pt modelId="{625B72D3-A47E-4450-BCDB-08F456695305}" type="pres">
      <dgm:prSet presAssocID="{40B595BA-DE5F-40C0-BE59-D894F0E7FBA9}" presName="Name0" presStyleCnt="0">
        <dgm:presLayoutVars>
          <dgm:dir/>
          <dgm:animLvl val="lvl"/>
          <dgm:resizeHandles val="exact"/>
        </dgm:presLayoutVars>
      </dgm:prSet>
      <dgm:spPr/>
    </dgm:pt>
    <dgm:pt modelId="{BF0CCCB7-E8DF-4DA0-AA59-CE88ECFB6E78}" type="pres">
      <dgm:prSet presAssocID="{36F8DCCD-1F0D-4423-9904-B81322669374}" presName="boxAndChildren" presStyleCnt="0"/>
      <dgm:spPr/>
    </dgm:pt>
    <dgm:pt modelId="{5C2E4BFB-4D48-40C2-A797-99347549FD17}" type="pres">
      <dgm:prSet presAssocID="{36F8DCCD-1F0D-4423-9904-B81322669374}" presName="parentTextBox" presStyleLbl="node1" presStyleIdx="0" presStyleCnt="2"/>
      <dgm:spPr/>
    </dgm:pt>
    <dgm:pt modelId="{5178601F-13B9-45BA-BCCA-6DD48A4F6FBC}" type="pres">
      <dgm:prSet presAssocID="{DED7C207-B085-4372-9A04-8191099FCED7}" presName="sp" presStyleCnt="0"/>
      <dgm:spPr/>
    </dgm:pt>
    <dgm:pt modelId="{FA21C0E3-B9BC-4E29-8984-3F2E4AF38853}" type="pres">
      <dgm:prSet presAssocID="{84BF0637-41B5-4E30-BA22-CCC5A4144655}" presName="arrowAndChildren" presStyleCnt="0"/>
      <dgm:spPr/>
    </dgm:pt>
    <dgm:pt modelId="{DAD13111-FA97-42F5-9C3B-9AA248D26335}" type="pres">
      <dgm:prSet presAssocID="{84BF0637-41B5-4E30-BA22-CCC5A4144655}" presName="parentTextArrow" presStyleLbl="node1" presStyleIdx="1" presStyleCnt="2"/>
      <dgm:spPr/>
    </dgm:pt>
  </dgm:ptLst>
  <dgm:cxnLst>
    <dgm:cxn modelId="{817A5D34-0809-45C0-9324-86309C952759}" srcId="{40B595BA-DE5F-40C0-BE59-D894F0E7FBA9}" destId="{84BF0637-41B5-4E30-BA22-CCC5A4144655}" srcOrd="0" destOrd="0" parTransId="{2823E6A6-17A4-4FBE-B031-C37A1A4302E2}" sibTransId="{DED7C207-B085-4372-9A04-8191099FCED7}"/>
    <dgm:cxn modelId="{2ADF855D-5E0C-4811-BD82-47D5B31C72A6}" srcId="{40B595BA-DE5F-40C0-BE59-D894F0E7FBA9}" destId="{36F8DCCD-1F0D-4423-9904-B81322669374}" srcOrd="1" destOrd="0" parTransId="{314560F7-98B2-4AD6-BDB6-53495E57600F}" sibTransId="{AE71D58D-D4DB-4ACD-9AA6-84287F1C0AFF}"/>
    <dgm:cxn modelId="{3F980071-E9BD-422E-AFA5-F29DB70053B4}" type="presOf" srcId="{40B595BA-DE5F-40C0-BE59-D894F0E7FBA9}" destId="{625B72D3-A47E-4450-BCDB-08F456695305}" srcOrd="0" destOrd="0" presId="urn:microsoft.com/office/officeart/2005/8/layout/process4"/>
    <dgm:cxn modelId="{1853FE8F-EFD0-47F5-868E-54AB6C5AF257}" type="presOf" srcId="{84BF0637-41B5-4E30-BA22-CCC5A4144655}" destId="{DAD13111-FA97-42F5-9C3B-9AA248D26335}" srcOrd="0" destOrd="0" presId="urn:microsoft.com/office/officeart/2005/8/layout/process4"/>
    <dgm:cxn modelId="{892F8C93-14E5-4CD4-9E35-F7DA485B6E91}" type="presOf" srcId="{36F8DCCD-1F0D-4423-9904-B81322669374}" destId="{5C2E4BFB-4D48-40C2-A797-99347549FD17}" srcOrd="0" destOrd="0" presId="urn:microsoft.com/office/officeart/2005/8/layout/process4"/>
    <dgm:cxn modelId="{AA0D415D-D655-4581-A971-F22C2B48C8D8}" type="presParOf" srcId="{625B72D3-A47E-4450-BCDB-08F456695305}" destId="{BF0CCCB7-E8DF-4DA0-AA59-CE88ECFB6E78}" srcOrd="0" destOrd="0" presId="urn:microsoft.com/office/officeart/2005/8/layout/process4"/>
    <dgm:cxn modelId="{7DCD2C63-0931-4B48-B6F1-4B9E6DB15F6E}" type="presParOf" srcId="{BF0CCCB7-E8DF-4DA0-AA59-CE88ECFB6E78}" destId="{5C2E4BFB-4D48-40C2-A797-99347549FD17}" srcOrd="0" destOrd="0" presId="urn:microsoft.com/office/officeart/2005/8/layout/process4"/>
    <dgm:cxn modelId="{2FF9BCBB-727F-4656-8E1B-AFD8BA634AA4}" type="presParOf" srcId="{625B72D3-A47E-4450-BCDB-08F456695305}" destId="{5178601F-13B9-45BA-BCCA-6DD48A4F6FBC}" srcOrd="1" destOrd="0" presId="urn:microsoft.com/office/officeart/2005/8/layout/process4"/>
    <dgm:cxn modelId="{8B0EAF66-5DB3-410F-B695-E473A256C1DA}" type="presParOf" srcId="{625B72D3-A47E-4450-BCDB-08F456695305}" destId="{FA21C0E3-B9BC-4E29-8984-3F2E4AF38853}" srcOrd="2" destOrd="0" presId="urn:microsoft.com/office/officeart/2005/8/layout/process4"/>
    <dgm:cxn modelId="{EA2799F7-CC9D-47C0-8322-C5C1B4415A05}" type="presParOf" srcId="{FA21C0E3-B9BC-4E29-8984-3F2E4AF38853}" destId="{DAD13111-FA97-42F5-9C3B-9AA248D26335}"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8A6E0C-641C-4219-A91B-BD8A21C6A6C7}"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513B02C2-2CF0-4BEB-9D03-4F557DD01C43}">
      <dgm:prSet/>
      <dgm:spPr/>
      <dgm:t>
        <a:bodyPr/>
        <a:lstStyle/>
        <a:p>
          <a:pPr>
            <a:defRPr cap="all"/>
          </a:pPr>
          <a:r>
            <a:rPr lang="en-US" b="1" dirty="0"/>
            <a:t>Database Schema Overview</a:t>
          </a:r>
          <a:endParaRPr lang="en-US" dirty="0"/>
        </a:p>
      </dgm:t>
    </dgm:pt>
    <dgm:pt modelId="{DC5E1FAA-FBCF-4616-BC6B-D77A1699DA3E}" type="parTrans" cxnId="{EA2901EF-6760-442C-A790-B4AA946A9E71}">
      <dgm:prSet/>
      <dgm:spPr/>
      <dgm:t>
        <a:bodyPr/>
        <a:lstStyle/>
        <a:p>
          <a:endParaRPr lang="en-US"/>
        </a:p>
      </dgm:t>
    </dgm:pt>
    <dgm:pt modelId="{D1260FD5-7B34-4DB7-86F1-BD242C265BA1}" type="sibTrans" cxnId="{EA2901EF-6760-442C-A790-B4AA946A9E71}">
      <dgm:prSet/>
      <dgm:spPr/>
      <dgm:t>
        <a:bodyPr/>
        <a:lstStyle/>
        <a:p>
          <a:endParaRPr lang="en-US"/>
        </a:p>
      </dgm:t>
    </dgm:pt>
    <dgm:pt modelId="{9A5867C5-DBD5-4CE3-9427-E73CEE2106AD}">
      <dgm:prSet/>
      <dgm:spPr/>
      <dgm:t>
        <a:bodyPr/>
        <a:lstStyle/>
        <a:p>
          <a:pPr>
            <a:defRPr cap="all"/>
          </a:pPr>
          <a:r>
            <a:rPr lang="en-US" dirty="0"/>
            <a:t>Users – Stores login info and roles (patient, doctor, admin)</a:t>
          </a:r>
          <a:br>
            <a:rPr lang="en-US" dirty="0"/>
          </a:br>
          <a:r>
            <a:rPr lang="en-US" dirty="0"/>
            <a:t>Doctors – Stores doctor details like name, specialty, and availability</a:t>
          </a:r>
          <a:br>
            <a:rPr lang="en-US" dirty="0"/>
          </a:br>
          <a:r>
            <a:rPr lang="en-US" dirty="0"/>
            <a:t>Appointments – Tracks patient, doctor, date, time, and appointment status</a:t>
          </a:r>
          <a:br>
            <a:rPr lang="en-US" dirty="0"/>
          </a:br>
          <a:r>
            <a:rPr lang="en-US" dirty="0"/>
            <a:t>Notifications – Logs reminders or confirmations (via email/SMS)</a:t>
          </a:r>
        </a:p>
      </dgm:t>
    </dgm:pt>
    <dgm:pt modelId="{BDB94687-BA0D-4E0C-BCA6-C702216EFBA9}" type="parTrans" cxnId="{A6257D4E-4A05-4511-85A5-35B95DF93674}">
      <dgm:prSet/>
      <dgm:spPr/>
      <dgm:t>
        <a:bodyPr/>
        <a:lstStyle/>
        <a:p>
          <a:endParaRPr lang="en-US"/>
        </a:p>
      </dgm:t>
    </dgm:pt>
    <dgm:pt modelId="{8A43FEA4-0923-4A7E-9517-50D9124EB38E}" type="sibTrans" cxnId="{A6257D4E-4A05-4511-85A5-35B95DF93674}">
      <dgm:prSet/>
      <dgm:spPr/>
      <dgm:t>
        <a:bodyPr/>
        <a:lstStyle/>
        <a:p>
          <a:endParaRPr lang="en-US"/>
        </a:p>
      </dgm:t>
    </dgm:pt>
    <dgm:pt modelId="{BE307667-9555-4906-84B9-976FC6A2D84C}">
      <dgm:prSet/>
      <dgm:spPr/>
      <dgm:t>
        <a:bodyPr/>
        <a:lstStyle/>
        <a:p>
          <a:pPr>
            <a:defRPr cap="all"/>
          </a:pPr>
          <a:r>
            <a:rPr lang="en-US" dirty="0"/>
            <a:t>Relationships are established with foreign keys linking the tables</a:t>
          </a:r>
        </a:p>
      </dgm:t>
    </dgm:pt>
    <dgm:pt modelId="{3AFC167D-C8F7-4C0A-B346-4F66C0D63C9A}" type="parTrans" cxnId="{EF9A6EAC-C989-4906-9E5E-13E831C236A4}">
      <dgm:prSet/>
      <dgm:spPr/>
      <dgm:t>
        <a:bodyPr/>
        <a:lstStyle/>
        <a:p>
          <a:endParaRPr lang="en-US"/>
        </a:p>
      </dgm:t>
    </dgm:pt>
    <dgm:pt modelId="{D56FD4C2-9ABE-48C7-A0BD-435F587416E0}" type="sibTrans" cxnId="{EF9A6EAC-C989-4906-9E5E-13E831C236A4}">
      <dgm:prSet/>
      <dgm:spPr/>
      <dgm:t>
        <a:bodyPr/>
        <a:lstStyle/>
        <a:p>
          <a:endParaRPr lang="en-US"/>
        </a:p>
      </dgm:t>
    </dgm:pt>
    <dgm:pt modelId="{2110FE37-2A6A-402C-82E2-319C24187459}" type="pres">
      <dgm:prSet presAssocID="{A08A6E0C-641C-4219-A91B-BD8A21C6A6C7}" presName="diagram" presStyleCnt="0">
        <dgm:presLayoutVars>
          <dgm:dir/>
          <dgm:resizeHandles val="exact"/>
        </dgm:presLayoutVars>
      </dgm:prSet>
      <dgm:spPr/>
    </dgm:pt>
    <dgm:pt modelId="{0BE470FC-3937-49A5-B8AB-BC82D8A01417}" type="pres">
      <dgm:prSet presAssocID="{513B02C2-2CF0-4BEB-9D03-4F557DD01C43}" presName="node" presStyleLbl="node1" presStyleIdx="0" presStyleCnt="3">
        <dgm:presLayoutVars>
          <dgm:bulletEnabled val="1"/>
        </dgm:presLayoutVars>
      </dgm:prSet>
      <dgm:spPr/>
    </dgm:pt>
    <dgm:pt modelId="{D57A379B-E4DE-485E-BF21-9610804BFC83}" type="pres">
      <dgm:prSet presAssocID="{D1260FD5-7B34-4DB7-86F1-BD242C265BA1}" presName="sibTrans" presStyleCnt="0"/>
      <dgm:spPr/>
    </dgm:pt>
    <dgm:pt modelId="{9561C06C-BE0B-41F9-B8FE-B623D32E92E8}" type="pres">
      <dgm:prSet presAssocID="{9A5867C5-DBD5-4CE3-9427-E73CEE2106AD}" presName="node" presStyleLbl="node1" presStyleIdx="1" presStyleCnt="3">
        <dgm:presLayoutVars>
          <dgm:bulletEnabled val="1"/>
        </dgm:presLayoutVars>
      </dgm:prSet>
      <dgm:spPr/>
    </dgm:pt>
    <dgm:pt modelId="{F3A0E73E-7118-417B-A316-AE14290EEDAA}" type="pres">
      <dgm:prSet presAssocID="{8A43FEA4-0923-4A7E-9517-50D9124EB38E}" presName="sibTrans" presStyleCnt="0"/>
      <dgm:spPr/>
    </dgm:pt>
    <dgm:pt modelId="{46754B9A-B346-47C6-8875-F7A3C6A6BEBF}" type="pres">
      <dgm:prSet presAssocID="{BE307667-9555-4906-84B9-976FC6A2D84C}" presName="node" presStyleLbl="node1" presStyleIdx="2" presStyleCnt="3">
        <dgm:presLayoutVars>
          <dgm:bulletEnabled val="1"/>
        </dgm:presLayoutVars>
      </dgm:prSet>
      <dgm:spPr/>
    </dgm:pt>
  </dgm:ptLst>
  <dgm:cxnLst>
    <dgm:cxn modelId="{C011B623-C6D2-4A22-A56A-D812D6D0092E}" type="presOf" srcId="{513B02C2-2CF0-4BEB-9D03-4F557DD01C43}" destId="{0BE470FC-3937-49A5-B8AB-BC82D8A01417}" srcOrd="0" destOrd="0" presId="urn:microsoft.com/office/officeart/2005/8/layout/default"/>
    <dgm:cxn modelId="{AA44AA67-B10A-445F-83C8-F0CBC6412310}" type="presOf" srcId="{A08A6E0C-641C-4219-A91B-BD8A21C6A6C7}" destId="{2110FE37-2A6A-402C-82E2-319C24187459}" srcOrd="0" destOrd="0" presId="urn:microsoft.com/office/officeart/2005/8/layout/default"/>
    <dgm:cxn modelId="{A6257D4E-4A05-4511-85A5-35B95DF93674}" srcId="{A08A6E0C-641C-4219-A91B-BD8A21C6A6C7}" destId="{9A5867C5-DBD5-4CE3-9427-E73CEE2106AD}" srcOrd="1" destOrd="0" parTransId="{BDB94687-BA0D-4E0C-BCA6-C702216EFBA9}" sibTransId="{8A43FEA4-0923-4A7E-9517-50D9124EB38E}"/>
    <dgm:cxn modelId="{EF9A6EAC-C989-4906-9E5E-13E831C236A4}" srcId="{A08A6E0C-641C-4219-A91B-BD8A21C6A6C7}" destId="{BE307667-9555-4906-84B9-976FC6A2D84C}" srcOrd="2" destOrd="0" parTransId="{3AFC167D-C8F7-4C0A-B346-4F66C0D63C9A}" sibTransId="{D56FD4C2-9ABE-48C7-A0BD-435F587416E0}"/>
    <dgm:cxn modelId="{CDF7AFCF-8BD0-4E36-82EE-A6302726A604}" type="presOf" srcId="{9A5867C5-DBD5-4CE3-9427-E73CEE2106AD}" destId="{9561C06C-BE0B-41F9-B8FE-B623D32E92E8}" srcOrd="0" destOrd="0" presId="urn:microsoft.com/office/officeart/2005/8/layout/default"/>
    <dgm:cxn modelId="{E2A68BE3-13C3-4AE1-8C0B-214A22C8E4EC}" type="presOf" srcId="{BE307667-9555-4906-84B9-976FC6A2D84C}" destId="{46754B9A-B346-47C6-8875-F7A3C6A6BEBF}" srcOrd="0" destOrd="0" presId="urn:microsoft.com/office/officeart/2005/8/layout/default"/>
    <dgm:cxn modelId="{EA2901EF-6760-442C-A790-B4AA946A9E71}" srcId="{A08A6E0C-641C-4219-A91B-BD8A21C6A6C7}" destId="{513B02C2-2CF0-4BEB-9D03-4F557DD01C43}" srcOrd="0" destOrd="0" parTransId="{DC5E1FAA-FBCF-4616-BC6B-D77A1699DA3E}" sibTransId="{D1260FD5-7B34-4DB7-86F1-BD242C265BA1}"/>
    <dgm:cxn modelId="{3C4136A0-C444-4AA5-AB13-868999B0B8A3}" type="presParOf" srcId="{2110FE37-2A6A-402C-82E2-319C24187459}" destId="{0BE470FC-3937-49A5-B8AB-BC82D8A01417}" srcOrd="0" destOrd="0" presId="urn:microsoft.com/office/officeart/2005/8/layout/default"/>
    <dgm:cxn modelId="{2C9C00DE-235D-4D34-86FB-52770DCB0927}" type="presParOf" srcId="{2110FE37-2A6A-402C-82E2-319C24187459}" destId="{D57A379B-E4DE-485E-BF21-9610804BFC83}" srcOrd="1" destOrd="0" presId="urn:microsoft.com/office/officeart/2005/8/layout/default"/>
    <dgm:cxn modelId="{8069EC61-962C-4D13-AAF7-E5A1E7ACD672}" type="presParOf" srcId="{2110FE37-2A6A-402C-82E2-319C24187459}" destId="{9561C06C-BE0B-41F9-B8FE-B623D32E92E8}" srcOrd="2" destOrd="0" presId="urn:microsoft.com/office/officeart/2005/8/layout/default"/>
    <dgm:cxn modelId="{6B38319F-9544-4F69-90BB-D614BDF45814}" type="presParOf" srcId="{2110FE37-2A6A-402C-82E2-319C24187459}" destId="{F3A0E73E-7118-417B-A316-AE14290EEDAA}" srcOrd="3" destOrd="0" presId="urn:microsoft.com/office/officeart/2005/8/layout/default"/>
    <dgm:cxn modelId="{79A463EC-EC98-49A1-83C3-06D98D2E64ED}" type="presParOf" srcId="{2110FE37-2A6A-402C-82E2-319C24187459}" destId="{46754B9A-B346-47C6-8875-F7A3C6A6BEBF}"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46B5B2-1C83-46A9-8630-D98BBC43DECA}" type="doc">
      <dgm:prSet loTypeId="urn:microsoft.com/office/officeart/2016/7/layout/RepeatingBendingProcessNew" loCatId="process" qsTypeId="urn:microsoft.com/office/officeart/2005/8/quickstyle/simple4" qsCatId="simple" csTypeId="urn:microsoft.com/office/officeart/2005/8/colors/accent6_2" csCatId="accent6" phldr="1"/>
      <dgm:spPr/>
      <dgm:t>
        <a:bodyPr/>
        <a:lstStyle/>
        <a:p>
          <a:endParaRPr lang="en-US"/>
        </a:p>
      </dgm:t>
    </dgm:pt>
    <dgm:pt modelId="{FEB99B99-940D-4E18-B7E0-7D2F2F79FACF}">
      <dgm:prSet/>
      <dgm:spPr/>
      <dgm:t>
        <a:bodyPr/>
        <a:lstStyle/>
        <a:p>
          <a:r>
            <a:rPr lang="en-US" dirty="0"/>
            <a:t>The development of the </a:t>
          </a:r>
          <a:r>
            <a:rPr lang="en-US" b="1" dirty="0" err="1"/>
            <a:t>HealthyLife</a:t>
          </a:r>
          <a:r>
            <a:rPr lang="en-US" b="1" dirty="0"/>
            <a:t> Clinic Appointment Scheduling System</a:t>
          </a:r>
          <a:r>
            <a:rPr lang="en-US" dirty="0"/>
            <a:t> follows a structured timeline:</a:t>
          </a:r>
        </a:p>
      </dgm:t>
    </dgm:pt>
    <dgm:pt modelId="{A9C7EA43-7556-4B1A-B76B-3CFF1A42BE2A}" type="parTrans" cxnId="{0B91CAEF-ED72-4966-A33B-F998B3FBBF62}">
      <dgm:prSet/>
      <dgm:spPr/>
      <dgm:t>
        <a:bodyPr/>
        <a:lstStyle/>
        <a:p>
          <a:endParaRPr lang="en-US"/>
        </a:p>
      </dgm:t>
    </dgm:pt>
    <dgm:pt modelId="{234850C9-C847-4201-AFE7-EBDE42208DCD}" type="sibTrans" cxnId="{0B91CAEF-ED72-4966-A33B-F998B3FBBF62}">
      <dgm:prSet/>
      <dgm:spPr/>
      <dgm:t>
        <a:bodyPr/>
        <a:lstStyle/>
        <a:p>
          <a:endParaRPr lang="en-US"/>
        </a:p>
      </dgm:t>
    </dgm:pt>
    <dgm:pt modelId="{4FBD2A06-4406-4966-8933-5C5C7DD5A094}">
      <dgm:prSet/>
      <dgm:spPr/>
      <dgm:t>
        <a:bodyPr/>
        <a:lstStyle/>
        <a:p>
          <a:r>
            <a:rPr lang="en-US" b="1"/>
            <a:t>Planning Phase</a:t>
          </a:r>
          <a:r>
            <a:rPr lang="en-US"/>
            <a:t> (Week 1–2)</a:t>
          </a:r>
        </a:p>
      </dgm:t>
    </dgm:pt>
    <dgm:pt modelId="{E20A17FA-2CAF-407F-BA78-A9820F5BE25F}" type="parTrans" cxnId="{3B7064CC-160B-43E6-AB06-BCA7887BBD6B}">
      <dgm:prSet/>
      <dgm:spPr/>
      <dgm:t>
        <a:bodyPr/>
        <a:lstStyle/>
        <a:p>
          <a:endParaRPr lang="en-US"/>
        </a:p>
      </dgm:t>
    </dgm:pt>
    <dgm:pt modelId="{61D064B5-421E-426E-A90F-343D965253C8}" type="sibTrans" cxnId="{3B7064CC-160B-43E6-AB06-BCA7887BBD6B}">
      <dgm:prSet/>
      <dgm:spPr/>
      <dgm:t>
        <a:bodyPr/>
        <a:lstStyle/>
        <a:p>
          <a:endParaRPr lang="en-US"/>
        </a:p>
      </dgm:t>
    </dgm:pt>
    <dgm:pt modelId="{C3F8E4D9-7727-472D-94F2-C59B428E4204}">
      <dgm:prSet/>
      <dgm:spPr/>
      <dgm:t>
        <a:bodyPr/>
        <a:lstStyle/>
        <a:p>
          <a:r>
            <a:rPr lang="en-US"/>
            <a:t>Finalize system requirements and goals</a:t>
          </a:r>
        </a:p>
      </dgm:t>
    </dgm:pt>
    <dgm:pt modelId="{9E004E75-A14C-4EB3-949F-01C4E78C4C9C}" type="parTrans" cxnId="{BD2907B5-9BE7-46CD-9D96-9CE9CF353BB8}">
      <dgm:prSet/>
      <dgm:spPr/>
      <dgm:t>
        <a:bodyPr/>
        <a:lstStyle/>
        <a:p>
          <a:endParaRPr lang="en-US"/>
        </a:p>
      </dgm:t>
    </dgm:pt>
    <dgm:pt modelId="{35E46C2F-946A-4320-AA75-51DF68B93803}" type="sibTrans" cxnId="{BD2907B5-9BE7-46CD-9D96-9CE9CF353BB8}">
      <dgm:prSet/>
      <dgm:spPr/>
      <dgm:t>
        <a:bodyPr/>
        <a:lstStyle/>
        <a:p>
          <a:endParaRPr lang="en-US"/>
        </a:p>
      </dgm:t>
    </dgm:pt>
    <dgm:pt modelId="{92307F44-A13C-4302-90A0-285800041CDC}">
      <dgm:prSet/>
      <dgm:spPr/>
      <dgm:t>
        <a:bodyPr/>
        <a:lstStyle/>
        <a:p>
          <a:r>
            <a:rPr lang="en-US" dirty="0"/>
            <a:t>Initial team meetings and project assignment</a:t>
          </a:r>
        </a:p>
      </dgm:t>
    </dgm:pt>
    <dgm:pt modelId="{F90581DB-6A56-476E-818D-F13AC7004068}" type="parTrans" cxnId="{CF1BAADE-8C5E-411B-8156-F85A8E846E5C}">
      <dgm:prSet/>
      <dgm:spPr/>
      <dgm:t>
        <a:bodyPr/>
        <a:lstStyle/>
        <a:p>
          <a:endParaRPr lang="en-US"/>
        </a:p>
      </dgm:t>
    </dgm:pt>
    <dgm:pt modelId="{EC04028B-52F6-4C6E-AD52-C0294FA424AA}" type="sibTrans" cxnId="{CF1BAADE-8C5E-411B-8156-F85A8E846E5C}">
      <dgm:prSet/>
      <dgm:spPr/>
      <dgm:t>
        <a:bodyPr/>
        <a:lstStyle/>
        <a:p>
          <a:endParaRPr lang="en-US"/>
        </a:p>
      </dgm:t>
    </dgm:pt>
    <dgm:pt modelId="{06FF2164-0078-4B94-9C99-61367C432DB5}">
      <dgm:prSet/>
      <dgm:spPr/>
      <dgm:t>
        <a:bodyPr/>
        <a:lstStyle/>
        <a:p>
          <a:r>
            <a:rPr lang="en-US" b="1"/>
            <a:t>Design Phase</a:t>
          </a:r>
          <a:r>
            <a:rPr lang="en-US"/>
            <a:t> (Week 3–4)</a:t>
          </a:r>
        </a:p>
      </dgm:t>
    </dgm:pt>
    <dgm:pt modelId="{37322255-E9FB-49CC-9122-321D83B340E4}" type="parTrans" cxnId="{9A22F2AF-2FA1-436A-A8A9-2A156DEE0D94}">
      <dgm:prSet/>
      <dgm:spPr/>
      <dgm:t>
        <a:bodyPr/>
        <a:lstStyle/>
        <a:p>
          <a:endParaRPr lang="en-US"/>
        </a:p>
      </dgm:t>
    </dgm:pt>
    <dgm:pt modelId="{A814D940-8561-4CFA-ABBD-C5B0416B77D2}" type="sibTrans" cxnId="{9A22F2AF-2FA1-436A-A8A9-2A156DEE0D94}">
      <dgm:prSet/>
      <dgm:spPr/>
      <dgm:t>
        <a:bodyPr/>
        <a:lstStyle/>
        <a:p>
          <a:endParaRPr lang="en-US"/>
        </a:p>
      </dgm:t>
    </dgm:pt>
    <dgm:pt modelId="{422BEFC4-0AD1-437C-9F35-67E06C5FFFE4}">
      <dgm:prSet/>
      <dgm:spPr/>
      <dgm:t>
        <a:bodyPr/>
        <a:lstStyle/>
        <a:p>
          <a:r>
            <a:rPr lang="en-US"/>
            <a:t>UI mockups and system architecture design</a:t>
          </a:r>
        </a:p>
      </dgm:t>
    </dgm:pt>
    <dgm:pt modelId="{3BF27EF2-4F39-41FF-8FDF-1798E62EA337}" type="parTrans" cxnId="{B118704A-A3E4-42FA-86C1-4490DDD180A6}">
      <dgm:prSet/>
      <dgm:spPr/>
      <dgm:t>
        <a:bodyPr/>
        <a:lstStyle/>
        <a:p>
          <a:endParaRPr lang="en-US"/>
        </a:p>
      </dgm:t>
    </dgm:pt>
    <dgm:pt modelId="{649451E4-B499-44EB-972F-36F267CF66D0}" type="sibTrans" cxnId="{B118704A-A3E4-42FA-86C1-4490DDD180A6}">
      <dgm:prSet/>
      <dgm:spPr/>
      <dgm:t>
        <a:bodyPr/>
        <a:lstStyle/>
        <a:p>
          <a:endParaRPr lang="en-US"/>
        </a:p>
      </dgm:t>
    </dgm:pt>
    <dgm:pt modelId="{59A57C7C-A730-4865-B5EB-0132D5CB9F4E}">
      <dgm:prSet/>
      <dgm:spPr/>
      <dgm:t>
        <a:bodyPr/>
        <a:lstStyle/>
        <a:p>
          <a:r>
            <a:rPr lang="en-US"/>
            <a:t>Define database schema</a:t>
          </a:r>
        </a:p>
      </dgm:t>
    </dgm:pt>
    <dgm:pt modelId="{47D9264D-9122-4096-9FE9-9AE28E008A1D}" type="parTrans" cxnId="{A2291838-9B76-45AB-9BFF-EA7849FA1BA3}">
      <dgm:prSet/>
      <dgm:spPr/>
      <dgm:t>
        <a:bodyPr/>
        <a:lstStyle/>
        <a:p>
          <a:endParaRPr lang="en-US"/>
        </a:p>
      </dgm:t>
    </dgm:pt>
    <dgm:pt modelId="{67A46EE8-B1A9-4490-B797-A2DC8F74FEB6}" type="sibTrans" cxnId="{A2291838-9B76-45AB-9BFF-EA7849FA1BA3}">
      <dgm:prSet/>
      <dgm:spPr/>
      <dgm:t>
        <a:bodyPr/>
        <a:lstStyle/>
        <a:p>
          <a:endParaRPr lang="en-US"/>
        </a:p>
      </dgm:t>
    </dgm:pt>
    <dgm:pt modelId="{12384289-1B29-4E98-ABC4-DA6546A61FB3}">
      <dgm:prSet/>
      <dgm:spPr/>
      <dgm:t>
        <a:bodyPr/>
        <a:lstStyle/>
        <a:p>
          <a:r>
            <a:rPr lang="en-US" b="1"/>
            <a:t>Development Phase</a:t>
          </a:r>
          <a:r>
            <a:rPr lang="en-US"/>
            <a:t> (Week 5–8)</a:t>
          </a:r>
        </a:p>
      </dgm:t>
    </dgm:pt>
    <dgm:pt modelId="{4924D0F3-4D22-4E63-B799-CD1E73134F41}" type="parTrans" cxnId="{33BCA1A5-F8CE-4C1B-8881-888E698355D1}">
      <dgm:prSet/>
      <dgm:spPr/>
      <dgm:t>
        <a:bodyPr/>
        <a:lstStyle/>
        <a:p>
          <a:endParaRPr lang="en-US"/>
        </a:p>
      </dgm:t>
    </dgm:pt>
    <dgm:pt modelId="{CD163BB5-488F-4B8D-8EDC-2C43B528A211}" type="sibTrans" cxnId="{33BCA1A5-F8CE-4C1B-8881-888E698355D1}">
      <dgm:prSet/>
      <dgm:spPr/>
      <dgm:t>
        <a:bodyPr/>
        <a:lstStyle/>
        <a:p>
          <a:endParaRPr lang="en-US"/>
        </a:p>
      </dgm:t>
    </dgm:pt>
    <dgm:pt modelId="{EEDF24FC-DE3E-4FE1-A8C4-D6E341696A57}">
      <dgm:prSet/>
      <dgm:spPr/>
      <dgm:t>
        <a:bodyPr/>
        <a:lstStyle/>
        <a:p>
          <a:r>
            <a:rPr lang="en-US"/>
            <a:t>Frontend and backend development</a:t>
          </a:r>
        </a:p>
      </dgm:t>
    </dgm:pt>
    <dgm:pt modelId="{717EFEF4-DB40-4B3A-9372-44884027D255}" type="parTrans" cxnId="{C8C40C61-81AD-47B8-8782-DD636C3B5E90}">
      <dgm:prSet/>
      <dgm:spPr/>
      <dgm:t>
        <a:bodyPr/>
        <a:lstStyle/>
        <a:p>
          <a:endParaRPr lang="en-US"/>
        </a:p>
      </dgm:t>
    </dgm:pt>
    <dgm:pt modelId="{61FFFED2-2B05-428D-AB7E-C283A31DBB0F}" type="sibTrans" cxnId="{C8C40C61-81AD-47B8-8782-DD636C3B5E90}">
      <dgm:prSet/>
      <dgm:spPr/>
      <dgm:t>
        <a:bodyPr/>
        <a:lstStyle/>
        <a:p>
          <a:endParaRPr lang="en-US"/>
        </a:p>
      </dgm:t>
    </dgm:pt>
    <dgm:pt modelId="{3A9D055B-FA26-4A58-9A5C-98210419C730}">
      <dgm:prSet/>
      <dgm:spPr/>
      <dgm:t>
        <a:bodyPr/>
        <a:lstStyle/>
        <a:p>
          <a:r>
            <a:rPr lang="en-US" dirty="0"/>
            <a:t>Integration of database and appointment system</a:t>
          </a:r>
        </a:p>
      </dgm:t>
    </dgm:pt>
    <dgm:pt modelId="{371ED361-A574-4DE1-9D88-7CD1BA8F36C2}" type="parTrans" cxnId="{8F7133A9-049E-4F89-92F7-A3CE8C5395CA}">
      <dgm:prSet/>
      <dgm:spPr/>
      <dgm:t>
        <a:bodyPr/>
        <a:lstStyle/>
        <a:p>
          <a:endParaRPr lang="en-US"/>
        </a:p>
      </dgm:t>
    </dgm:pt>
    <dgm:pt modelId="{8D7D77C7-628D-4D82-8DA6-D53E1CA4F2E2}" type="sibTrans" cxnId="{8F7133A9-049E-4F89-92F7-A3CE8C5395CA}">
      <dgm:prSet/>
      <dgm:spPr/>
      <dgm:t>
        <a:bodyPr/>
        <a:lstStyle/>
        <a:p>
          <a:endParaRPr lang="en-US"/>
        </a:p>
      </dgm:t>
    </dgm:pt>
    <dgm:pt modelId="{C1C6F5BF-D009-4CB4-B192-91661EB09B7F}">
      <dgm:prSet/>
      <dgm:spPr/>
      <dgm:t>
        <a:bodyPr/>
        <a:lstStyle/>
        <a:p>
          <a:r>
            <a:rPr lang="en-US" b="1"/>
            <a:t>Testing Phase</a:t>
          </a:r>
          <a:r>
            <a:rPr lang="en-US"/>
            <a:t> (Week 9–10)</a:t>
          </a:r>
        </a:p>
      </dgm:t>
    </dgm:pt>
    <dgm:pt modelId="{55E13000-FC81-44FB-94B3-977D282A8E16}" type="parTrans" cxnId="{76F9122E-7830-45FD-A379-6013AD65F239}">
      <dgm:prSet/>
      <dgm:spPr/>
      <dgm:t>
        <a:bodyPr/>
        <a:lstStyle/>
        <a:p>
          <a:endParaRPr lang="en-US"/>
        </a:p>
      </dgm:t>
    </dgm:pt>
    <dgm:pt modelId="{9CC87057-889D-40B0-A3F3-233C25EF83A8}" type="sibTrans" cxnId="{76F9122E-7830-45FD-A379-6013AD65F239}">
      <dgm:prSet/>
      <dgm:spPr/>
      <dgm:t>
        <a:bodyPr/>
        <a:lstStyle/>
        <a:p>
          <a:endParaRPr lang="en-US"/>
        </a:p>
      </dgm:t>
    </dgm:pt>
    <dgm:pt modelId="{37263A1B-B367-4EC3-9D25-EEA10E9FDE26}">
      <dgm:prSet/>
      <dgm:spPr/>
      <dgm:t>
        <a:bodyPr/>
        <a:lstStyle/>
        <a:p>
          <a:r>
            <a:rPr lang="en-US" dirty="0"/>
            <a:t>Manual and automated testing</a:t>
          </a:r>
        </a:p>
      </dgm:t>
    </dgm:pt>
    <dgm:pt modelId="{6E39346A-2DB9-4867-9EDF-68824B3EEF0D}" type="parTrans" cxnId="{59B7235B-B482-4AD0-A890-A4B65568E8DF}">
      <dgm:prSet/>
      <dgm:spPr/>
      <dgm:t>
        <a:bodyPr/>
        <a:lstStyle/>
        <a:p>
          <a:endParaRPr lang="en-US"/>
        </a:p>
      </dgm:t>
    </dgm:pt>
    <dgm:pt modelId="{8A11E736-88AC-4A23-B27B-FD312D05F6DC}" type="sibTrans" cxnId="{59B7235B-B482-4AD0-A890-A4B65568E8DF}">
      <dgm:prSet/>
      <dgm:spPr/>
      <dgm:t>
        <a:bodyPr/>
        <a:lstStyle/>
        <a:p>
          <a:endParaRPr lang="en-US"/>
        </a:p>
      </dgm:t>
    </dgm:pt>
    <dgm:pt modelId="{8FB9D40F-47F2-4CB6-93D5-7648AC288561}">
      <dgm:prSet/>
      <dgm:spPr/>
      <dgm:t>
        <a:bodyPr/>
        <a:lstStyle/>
        <a:p>
          <a:r>
            <a:rPr lang="en-US"/>
            <a:t>Bug fixes and system optimization</a:t>
          </a:r>
        </a:p>
      </dgm:t>
    </dgm:pt>
    <dgm:pt modelId="{72DDFD11-CB68-42B9-A4BD-C12C6468F5C0}" type="parTrans" cxnId="{15CF03CD-4097-40D9-ADB8-920E9582FD02}">
      <dgm:prSet/>
      <dgm:spPr/>
      <dgm:t>
        <a:bodyPr/>
        <a:lstStyle/>
        <a:p>
          <a:endParaRPr lang="en-US"/>
        </a:p>
      </dgm:t>
    </dgm:pt>
    <dgm:pt modelId="{AE20A2D6-E850-4369-9699-17DC4F6C970B}" type="sibTrans" cxnId="{15CF03CD-4097-40D9-ADB8-920E9582FD02}">
      <dgm:prSet/>
      <dgm:spPr/>
      <dgm:t>
        <a:bodyPr/>
        <a:lstStyle/>
        <a:p>
          <a:endParaRPr lang="en-US"/>
        </a:p>
      </dgm:t>
    </dgm:pt>
    <dgm:pt modelId="{28FCC616-316E-46C8-9D37-A1EA3DD05E86}">
      <dgm:prSet/>
      <dgm:spPr/>
      <dgm:t>
        <a:bodyPr/>
        <a:lstStyle/>
        <a:p>
          <a:r>
            <a:rPr lang="en-US" b="1" dirty="0"/>
            <a:t>Deployment &amp; Review</a:t>
          </a:r>
          <a:r>
            <a:rPr lang="en-US" dirty="0"/>
            <a:t> (Week 11–12)</a:t>
          </a:r>
        </a:p>
      </dgm:t>
    </dgm:pt>
    <dgm:pt modelId="{53093C56-190A-4DDF-BD0E-E023A9BA3745}" type="parTrans" cxnId="{28C1D009-3041-4A50-9875-0F810DFA7175}">
      <dgm:prSet/>
      <dgm:spPr/>
      <dgm:t>
        <a:bodyPr/>
        <a:lstStyle/>
        <a:p>
          <a:endParaRPr lang="en-US"/>
        </a:p>
      </dgm:t>
    </dgm:pt>
    <dgm:pt modelId="{798EA9BC-D6A9-4D1B-950F-8634367B092D}" type="sibTrans" cxnId="{28C1D009-3041-4A50-9875-0F810DFA7175}">
      <dgm:prSet/>
      <dgm:spPr/>
      <dgm:t>
        <a:bodyPr/>
        <a:lstStyle/>
        <a:p>
          <a:endParaRPr lang="en-US"/>
        </a:p>
      </dgm:t>
    </dgm:pt>
    <dgm:pt modelId="{F2BE3E6F-177D-49EA-B51E-DB1830C631E2}">
      <dgm:prSet/>
      <dgm:spPr/>
      <dgm:t>
        <a:bodyPr/>
        <a:lstStyle/>
        <a:p>
          <a:r>
            <a:rPr lang="en-US" dirty="0"/>
            <a:t>Final deployment of the system</a:t>
          </a:r>
        </a:p>
      </dgm:t>
    </dgm:pt>
    <dgm:pt modelId="{D4AA0323-E48C-4BCE-B50E-13D7361EDC11}" type="parTrans" cxnId="{F5B120C8-78F9-4238-AFA3-D420C83D700F}">
      <dgm:prSet/>
      <dgm:spPr/>
      <dgm:t>
        <a:bodyPr/>
        <a:lstStyle/>
        <a:p>
          <a:endParaRPr lang="en-US"/>
        </a:p>
      </dgm:t>
    </dgm:pt>
    <dgm:pt modelId="{80D70E73-C10B-4AD0-A8AB-A3464C4C2526}" type="sibTrans" cxnId="{F5B120C8-78F9-4238-AFA3-D420C83D700F}">
      <dgm:prSet/>
      <dgm:spPr/>
      <dgm:t>
        <a:bodyPr/>
        <a:lstStyle/>
        <a:p>
          <a:endParaRPr lang="en-US"/>
        </a:p>
      </dgm:t>
    </dgm:pt>
    <dgm:pt modelId="{2609D122-1579-479C-BEAB-FD0638461775}">
      <dgm:prSet/>
      <dgm:spPr/>
      <dgm:t>
        <a:bodyPr/>
        <a:lstStyle/>
        <a:p>
          <a:r>
            <a:rPr lang="en-US"/>
            <a:t>Review and presentation preparation</a:t>
          </a:r>
        </a:p>
      </dgm:t>
    </dgm:pt>
    <dgm:pt modelId="{C458B70A-7AB9-46C9-8057-3A64AC49B581}" type="parTrans" cxnId="{57AF91D4-CB47-4D93-B4EA-34D21F19C031}">
      <dgm:prSet/>
      <dgm:spPr/>
      <dgm:t>
        <a:bodyPr/>
        <a:lstStyle/>
        <a:p>
          <a:endParaRPr lang="en-US"/>
        </a:p>
      </dgm:t>
    </dgm:pt>
    <dgm:pt modelId="{3C655502-D635-4718-A697-3FD5238C745E}" type="sibTrans" cxnId="{57AF91D4-CB47-4D93-B4EA-34D21F19C031}">
      <dgm:prSet/>
      <dgm:spPr/>
      <dgm:t>
        <a:bodyPr/>
        <a:lstStyle/>
        <a:p>
          <a:endParaRPr lang="en-US"/>
        </a:p>
      </dgm:t>
    </dgm:pt>
    <dgm:pt modelId="{7825F980-C623-41AC-B098-A91E091F9728}" type="pres">
      <dgm:prSet presAssocID="{B446B5B2-1C83-46A9-8630-D98BBC43DECA}" presName="Name0" presStyleCnt="0">
        <dgm:presLayoutVars>
          <dgm:dir/>
          <dgm:resizeHandles val="exact"/>
        </dgm:presLayoutVars>
      </dgm:prSet>
      <dgm:spPr/>
    </dgm:pt>
    <dgm:pt modelId="{85665F1E-2D27-485D-A2DA-CB63C3EB5917}" type="pres">
      <dgm:prSet presAssocID="{FEB99B99-940D-4E18-B7E0-7D2F2F79FACF}" presName="node" presStyleLbl="node1" presStyleIdx="0" presStyleCnt="6" custScaleY="123067">
        <dgm:presLayoutVars>
          <dgm:bulletEnabled val="1"/>
        </dgm:presLayoutVars>
      </dgm:prSet>
      <dgm:spPr/>
    </dgm:pt>
    <dgm:pt modelId="{00085984-46B3-4397-A984-CA3C4C3560F0}" type="pres">
      <dgm:prSet presAssocID="{234850C9-C847-4201-AFE7-EBDE42208DCD}" presName="sibTrans" presStyleLbl="sibTrans1D1" presStyleIdx="0" presStyleCnt="5"/>
      <dgm:spPr/>
    </dgm:pt>
    <dgm:pt modelId="{B9CAF848-9EEA-4B2A-B09A-0EA2938FDF96}" type="pres">
      <dgm:prSet presAssocID="{234850C9-C847-4201-AFE7-EBDE42208DCD}" presName="connectorText" presStyleLbl="sibTrans1D1" presStyleIdx="0" presStyleCnt="5"/>
      <dgm:spPr/>
    </dgm:pt>
    <dgm:pt modelId="{0462AC6A-FA24-4B03-946B-0CAC258CBF10}" type="pres">
      <dgm:prSet presAssocID="{4FBD2A06-4406-4966-8933-5C5C7DD5A094}" presName="node" presStyleLbl="node1" presStyleIdx="1" presStyleCnt="6" custScaleY="130879">
        <dgm:presLayoutVars>
          <dgm:bulletEnabled val="1"/>
        </dgm:presLayoutVars>
      </dgm:prSet>
      <dgm:spPr/>
    </dgm:pt>
    <dgm:pt modelId="{AC120336-130C-4BE5-BDE9-011022C3735D}" type="pres">
      <dgm:prSet presAssocID="{61D064B5-421E-426E-A90F-343D965253C8}" presName="sibTrans" presStyleLbl="sibTrans1D1" presStyleIdx="1" presStyleCnt="5"/>
      <dgm:spPr/>
    </dgm:pt>
    <dgm:pt modelId="{6E07F5B2-4240-48F6-BC7C-95B7EAF57298}" type="pres">
      <dgm:prSet presAssocID="{61D064B5-421E-426E-A90F-343D965253C8}" presName="connectorText" presStyleLbl="sibTrans1D1" presStyleIdx="1" presStyleCnt="5"/>
      <dgm:spPr/>
    </dgm:pt>
    <dgm:pt modelId="{DCC308E2-17C5-4E0D-B59E-AAF723A3D4EC}" type="pres">
      <dgm:prSet presAssocID="{06FF2164-0078-4B94-9C99-61367C432DB5}" presName="node" presStyleLbl="node1" presStyleIdx="2" presStyleCnt="6">
        <dgm:presLayoutVars>
          <dgm:bulletEnabled val="1"/>
        </dgm:presLayoutVars>
      </dgm:prSet>
      <dgm:spPr/>
    </dgm:pt>
    <dgm:pt modelId="{D96A49F8-52A6-4FA9-AFD5-0A9BD161A6B1}" type="pres">
      <dgm:prSet presAssocID="{A814D940-8561-4CFA-ABBD-C5B0416B77D2}" presName="sibTrans" presStyleLbl="sibTrans1D1" presStyleIdx="2" presStyleCnt="5"/>
      <dgm:spPr/>
    </dgm:pt>
    <dgm:pt modelId="{B15A1D53-B915-4B68-9763-46A030299F65}" type="pres">
      <dgm:prSet presAssocID="{A814D940-8561-4CFA-ABBD-C5B0416B77D2}" presName="connectorText" presStyleLbl="sibTrans1D1" presStyleIdx="2" presStyleCnt="5"/>
      <dgm:spPr/>
    </dgm:pt>
    <dgm:pt modelId="{07EAD97C-D620-4561-BB1A-14A3CB14508B}" type="pres">
      <dgm:prSet presAssocID="{12384289-1B29-4E98-ABC4-DA6546A61FB3}" presName="node" presStyleLbl="node1" presStyleIdx="3" presStyleCnt="6" custScaleY="137252">
        <dgm:presLayoutVars>
          <dgm:bulletEnabled val="1"/>
        </dgm:presLayoutVars>
      </dgm:prSet>
      <dgm:spPr/>
    </dgm:pt>
    <dgm:pt modelId="{AE8D36DF-DF81-4A0B-9A03-BC7FB4654B43}" type="pres">
      <dgm:prSet presAssocID="{CD163BB5-488F-4B8D-8EDC-2C43B528A211}" presName="sibTrans" presStyleLbl="sibTrans1D1" presStyleIdx="3" presStyleCnt="5"/>
      <dgm:spPr/>
    </dgm:pt>
    <dgm:pt modelId="{964920F2-A2AF-4E4B-A623-2A744385DCAD}" type="pres">
      <dgm:prSet presAssocID="{CD163BB5-488F-4B8D-8EDC-2C43B528A211}" presName="connectorText" presStyleLbl="sibTrans1D1" presStyleIdx="3" presStyleCnt="5"/>
      <dgm:spPr/>
    </dgm:pt>
    <dgm:pt modelId="{EF88F605-62C3-4EA2-B47D-3260CF5D7FC9}" type="pres">
      <dgm:prSet presAssocID="{C1C6F5BF-D009-4CB4-B192-91661EB09B7F}" presName="node" presStyleLbl="node1" presStyleIdx="4" presStyleCnt="6" custScaleY="144345">
        <dgm:presLayoutVars>
          <dgm:bulletEnabled val="1"/>
        </dgm:presLayoutVars>
      </dgm:prSet>
      <dgm:spPr/>
    </dgm:pt>
    <dgm:pt modelId="{9CBAD612-3A3C-4CD0-B893-B9FCC86BBA0E}" type="pres">
      <dgm:prSet presAssocID="{9CC87057-889D-40B0-A3F3-233C25EF83A8}" presName="sibTrans" presStyleLbl="sibTrans1D1" presStyleIdx="4" presStyleCnt="5"/>
      <dgm:spPr/>
    </dgm:pt>
    <dgm:pt modelId="{BBA12ED2-13C4-4D10-9051-BF5C249619AF}" type="pres">
      <dgm:prSet presAssocID="{9CC87057-889D-40B0-A3F3-233C25EF83A8}" presName="connectorText" presStyleLbl="sibTrans1D1" presStyleIdx="4" presStyleCnt="5"/>
      <dgm:spPr/>
    </dgm:pt>
    <dgm:pt modelId="{3D453574-BBEB-4E22-98DA-CA378475C173}" type="pres">
      <dgm:prSet presAssocID="{28FCC616-316E-46C8-9D37-A1EA3DD05E86}" presName="node" presStyleLbl="node1" presStyleIdx="5" presStyleCnt="6" custScaleY="152157" custLinFactNeighborX="156" custLinFactNeighborY="9667">
        <dgm:presLayoutVars>
          <dgm:bulletEnabled val="1"/>
        </dgm:presLayoutVars>
      </dgm:prSet>
      <dgm:spPr/>
    </dgm:pt>
  </dgm:ptLst>
  <dgm:cxnLst>
    <dgm:cxn modelId="{28C1D009-3041-4A50-9875-0F810DFA7175}" srcId="{B446B5B2-1C83-46A9-8630-D98BBC43DECA}" destId="{28FCC616-316E-46C8-9D37-A1EA3DD05E86}" srcOrd="5" destOrd="0" parTransId="{53093C56-190A-4DDF-BD0E-E023A9BA3745}" sibTransId="{798EA9BC-D6A9-4D1B-950F-8634367B092D}"/>
    <dgm:cxn modelId="{6A8C700B-1106-417F-8B2A-0442B607DC32}" type="presOf" srcId="{28FCC616-316E-46C8-9D37-A1EA3DD05E86}" destId="{3D453574-BBEB-4E22-98DA-CA378475C173}" srcOrd="0" destOrd="0" presId="urn:microsoft.com/office/officeart/2016/7/layout/RepeatingBendingProcessNew"/>
    <dgm:cxn modelId="{EBF0B215-E991-4233-879D-B78A6954C378}" type="presOf" srcId="{37263A1B-B367-4EC3-9D25-EEA10E9FDE26}" destId="{EF88F605-62C3-4EA2-B47D-3260CF5D7FC9}" srcOrd="0" destOrd="1" presId="urn:microsoft.com/office/officeart/2016/7/layout/RepeatingBendingProcessNew"/>
    <dgm:cxn modelId="{28B58B16-EC71-4DCB-8DF4-2D2C309059A9}" type="presOf" srcId="{2609D122-1579-479C-BEAB-FD0638461775}" destId="{3D453574-BBEB-4E22-98DA-CA378475C173}" srcOrd="0" destOrd="2" presId="urn:microsoft.com/office/officeart/2016/7/layout/RepeatingBendingProcessNew"/>
    <dgm:cxn modelId="{6DC0E71C-946F-4CA0-BA4D-32CBEEEE77FC}" type="presOf" srcId="{EEDF24FC-DE3E-4FE1-A8C4-D6E341696A57}" destId="{07EAD97C-D620-4561-BB1A-14A3CB14508B}" srcOrd="0" destOrd="1" presId="urn:microsoft.com/office/officeart/2016/7/layout/RepeatingBendingProcessNew"/>
    <dgm:cxn modelId="{76F9122E-7830-45FD-A379-6013AD65F239}" srcId="{B446B5B2-1C83-46A9-8630-D98BBC43DECA}" destId="{C1C6F5BF-D009-4CB4-B192-91661EB09B7F}" srcOrd="4" destOrd="0" parTransId="{55E13000-FC81-44FB-94B3-977D282A8E16}" sibTransId="{9CC87057-889D-40B0-A3F3-233C25EF83A8}"/>
    <dgm:cxn modelId="{A2291838-9B76-45AB-9BFF-EA7849FA1BA3}" srcId="{06FF2164-0078-4B94-9C99-61367C432DB5}" destId="{59A57C7C-A730-4865-B5EB-0132D5CB9F4E}" srcOrd="1" destOrd="0" parTransId="{47D9264D-9122-4096-9FE9-9AE28E008A1D}" sibTransId="{67A46EE8-B1A9-4490-B797-A2DC8F74FEB6}"/>
    <dgm:cxn modelId="{EE85153D-EB1C-4F7F-8DEB-ACDFDA956671}" type="presOf" srcId="{C1C6F5BF-D009-4CB4-B192-91661EB09B7F}" destId="{EF88F605-62C3-4EA2-B47D-3260CF5D7FC9}" srcOrd="0" destOrd="0" presId="urn:microsoft.com/office/officeart/2016/7/layout/RepeatingBendingProcessNew"/>
    <dgm:cxn modelId="{59B7235B-B482-4AD0-A890-A4B65568E8DF}" srcId="{C1C6F5BF-D009-4CB4-B192-91661EB09B7F}" destId="{37263A1B-B367-4EC3-9D25-EEA10E9FDE26}" srcOrd="0" destOrd="0" parTransId="{6E39346A-2DB9-4867-9EDF-68824B3EEF0D}" sibTransId="{8A11E736-88AC-4A23-B27B-FD312D05F6DC}"/>
    <dgm:cxn modelId="{C8C40C61-81AD-47B8-8782-DD636C3B5E90}" srcId="{12384289-1B29-4E98-ABC4-DA6546A61FB3}" destId="{EEDF24FC-DE3E-4FE1-A8C4-D6E341696A57}" srcOrd="0" destOrd="0" parTransId="{717EFEF4-DB40-4B3A-9372-44884027D255}" sibTransId="{61FFFED2-2B05-428D-AB7E-C283A31DBB0F}"/>
    <dgm:cxn modelId="{A3970F64-D006-4D2F-875F-B9843E0E8810}" type="presOf" srcId="{C3F8E4D9-7727-472D-94F2-C59B428E4204}" destId="{0462AC6A-FA24-4B03-946B-0CAC258CBF10}" srcOrd="0" destOrd="1" presId="urn:microsoft.com/office/officeart/2016/7/layout/RepeatingBendingProcessNew"/>
    <dgm:cxn modelId="{1BD9F466-A0C7-4F33-9E16-AE5C90E3E08E}" type="presOf" srcId="{61D064B5-421E-426E-A90F-343D965253C8}" destId="{AC120336-130C-4BE5-BDE9-011022C3735D}" srcOrd="0" destOrd="0" presId="urn:microsoft.com/office/officeart/2016/7/layout/RepeatingBendingProcessNew"/>
    <dgm:cxn modelId="{B118704A-A3E4-42FA-86C1-4490DDD180A6}" srcId="{06FF2164-0078-4B94-9C99-61367C432DB5}" destId="{422BEFC4-0AD1-437C-9F35-67E06C5FFFE4}" srcOrd="0" destOrd="0" parTransId="{3BF27EF2-4F39-41FF-8FDF-1798E62EA337}" sibTransId="{649451E4-B499-44EB-972F-36F267CF66D0}"/>
    <dgm:cxn modelId="{9EC80C4C-2A18-4D3E-BC22-479DBB9B6B02}" type="presOf" srcId="{FEB99B99-940D-4E18-B7E0-7D2F2F79FACF}" destId="{85665F1E-2D27-485D-A2DA-CB63C3EB5917}" srcOrd="0" destOrd="0" presId="urn:microsoft.com/office/officeart/2016/7/layout/RepeatingBendingProcessNew"/>
    <dgm:cxn modelId="{54E6304E-8A59-43E6-8AE9-315D35EB18E4}" type="presOf" srcId="{9CC87057-889D-40B0-A3F3-233C25EF83A8}" destId="{9CBAD612-3A3C-4CD0-B893-B9FCC86BBA0E}" srcOrd="0" destOrd="0" presId="urn:microsoft.com/office/officeart/2016/7/layout/RepeatingBendingProcessNew"/>
    <dgm:cxn modelId="{96B67054-6263-4989-929C-A8F97C0C6523}" type="presOf" srcId="{422BEFC4-0AD1-437C-9F35-67E06C5FFFE4}" destId="{DCC308E2-17C5-4E0D-B59E-AAF723A3D4EC}" srcOrd="0" destOrd="1" presId="urn:microsoft.com/office/officeart/2016/7/layout/RepeatingBendingProcessNew"/>
    <dgm:cxn modelId="{98A78375-0C79-4836-BD2E-03B8CACFBE7D}" type="presOf" srcId="{61D064B5-421E-426E-A90F-343D965253C8}" destId="{6E07F5B2-4240-48F6-BC7C-95B7EAF57298}" srcOrd="1" destOrd="0" presId="urn:microsoft.com/office/officeart/2016/7/layout/RepeatingBendingProcessNew"/>
    <dgm:cxn modelId="{85772058-9EBC-4F57-A4DA-FF784E5687EA}" type="presOf" srcId="{CD163BB5-488F-4B8D-8EDC-2C43B528A211}" destId="{AE8D36DF-DF81-4A0B-9A03-BC7FB4654B43}" srcOrd="0" destOrd="0" presId="urn:microsoft.com/office/officeart/2016/7/layout/RepeatingBendingProcessNew"/>
    <dgm:cxn modelId="{BAB4BD59-FB97-4FA8-B79B-67D52BA2D1D2}" type="presOf" srcId="{234850C9-C847-4201-AFE7-EBDE42208DCD}" destId="{00085984-46B3-4397-A984-CA3C4C3560F0}" srcOrd="0" destOrd="0" presId="urn:microsoft.com/office/officeart/2016/7/layout/RepeatingBendingProcessNew"/>
    <dgm:cxn modelId="{9911787E-7B5B-4850-9BFF-A0169DE7F94D}" type="presOf" srcId="{06FF2164-0078-4B94-9C99-61367C432DB5}" destId="{DCC308E2-17C5-4E0D-B59E-AAF723A3D4EC}" srcOrd="0" destOrd="0" presId="urn:microsoft.com/office/officeart/2016/7/layout/RepeatingBendingProcessNew"/>
    <dgm:cxn modelId="{A4C33C82-A6DF-4343-88FE-E3D5D86EDB66}" type="presOf" srcId="{234850C9-C847-4201-AFE7-EBDE42208DCD}" destId="{B9CAF848-9EEA-4B2A-B09A-0EA2938FDF96}" srcOrd="1" destOrd="0" presId="urn:microsoft.com/office/officeart/2016/7/layout/RepeatingBendingProcessNew"/>
    <dgm:cxn modelId="{C1FF1391-9E0B-4FD1-9453-91878CF43345}" type="presOf" srcId="{12384289-1B29-4E98-ABC4-DA6546A61FB3}" destId="{07EAD97C-D620-4561-BB1A-14A3CB14508B}" srcOrd="0" destOrd="0" presId="urn:microsoft.com/office/officeart/2016/7/layout/RepeatingBendingProcessNew"/>
    <dgm:cxn modelId="{C8FCE493-BE76-4D17-B282-78FF6BC8F9CE}" type="presOf" srcId="{3A9D055B-FA26-4A58-9A5C-98210419C730}" destId="{07EAD97C-D620-4561-BB1A-14A3CB14508B}" srcOrd="0" destOrd="2" presId="urn:microsoft.com/office/officeart/2016/7/layout/RepeatingBendingProcessNew"/>
    <dgm:cxn modelId="{33BCA1A5-F8CE-4C1B-8881-888E698355D1}" srcId="{B446B5B2-1C83-46A9-8630-D98BBC43DECA}" destId="{12384289-1B29-4E98-ABC4-DA6546A61FB3}" srcOrd="3" destOrd="0" parTransId="{4924D0F3-4D22-4E63-B799-CD1E73134F41}" sibTransId="{CD163BB5-488F-4B8D-8EDC-2C43B528A211}"/>
    <dgm:cxn modelId="{DAA215A7-6CE0-43A7-95A2-DDC29B9D9CB2}" type="presOf" srcId="{92307F44-A13C-4302-90A0-285800041CDC}" destId="{0462AC6A-FA24-4B03-946B-0CAC258CBF10}" srcOrd="0" destOrd="2" presId="urn:microsoft.com/office/officeart/2016/7/layout/RepeatingBendingProcessNew"/>
    <dgm:cxn modelId="{8F7133A9-049E-4F89-92F7-A3CE8C5395CA}" srcId="{12384289-1B29-4E98-ABC4-DA6546A61FB3}" destId="{3A9D055B-FA26-4A58-9A5C-98210419C730}" srcOrd="1" destOrd="0" parTransId="{371ED361-A574-4DE1-9D88-7CD1BA8F36C2}" sibTransId="{8D7D77C7-628D-4D82-8DA6-D53E1CA4F2E2}"/>
    <dgm:cxn modelId="{9A22F2AF-2FA1-436A-A8A9-2A156DEE0D94}" srcId="{B446B5B2-1C83-46A9-8630-D98BBC43DECA}" destId="{06FF2164-0078-4B94-9C99-61367C432DB5}" srcOrd="2" destOrd="0" parTransId="{37322255-E9FB-49CC-9122-321D83B340E4}" sibTransId="{A814D940-8561-4CFA-ABBD-C5B0416B77D2}"/>
    <dgm:cxn modelId="{2B84CFB3-EFF4-4A7B-85CB-6D4172666ED5}" type="presOf" srcId="{4FBD2A06-4406-4966-8933-5C5C7DD5A094}" destId="{0462AC6A-FA24-4B03-946B-0CAC258CBF10}" srcOrd="0" destOrd="0" presId="urn:microsoft.com/office/officeart/2016/7/layout/RepeatingBendingProcessNew"/>
    <dgm:cxn modelId="{BD2907B5-9BE7-46CD-9D96-9CE9CF353BB8}" srcId="{4FBD2A06-4406-4966-8933-5C5C7DD5A094}" destId="{C3F8E4D9-7727-472D-94F2-C59B428E4204}" srcOrd="0" destOrd="0" parTransId="{9E004E75-A14C-4EB3-949F-01C4E78C4C9C}" sibTransId="{35E46C2F-946A-4320-AA75-51DF68B93803}"/>
    <dgm:cxn modelId="{AD6807B5-70B8-4AF7-8B9A-D1D7BA41D46D}" type="presOf" srcId="{8FB9D40F-47F2-4CB6-93D5-7648AC288561}" destId="{EF88F605-62C3-4EA2-B47D-3260CF5D7FC9}" srcOrd="0" destOrd="2" presId="urn:microsoft.com/office/officeart/2016/7/layout/RepeatingBendingProcessNew"/>
    <dgm:cxn modelId="{8A4EA2BD-1A7F-427E-8F81-4CCEC0EBDDD9}" type="presOf" srcId="{A814D940-8561-4CFA-ABBD-C5B0416B77D2}" destId="{B15A1D53-B915-4B68-9763-46A030299F65}" srcOrd="1" destOrd="0" presId="urn:microsoft.com/office/officeart/2016/7/layout/RepeatingBendingProcessNew"/>
    <dgm:cxn modelId="{BED6BAC2-CC85-4A8D-804C-BD61F6ED8AB9}" type="presOf" srcId="{A814D940-8561-4CFA-ABBD-C5B0416B77D2}" destId="{D96A49F8-52A6-4FA9-AFD5-0A9BD161A6B1}" srcOrd="0" destOrd="0" presId="urn:microsoft.com/office/officeart/2016/7/layout/RepeatingBendingProcessNew"/>
    <dgm:cxn modelId="{F5B120C8-78F9-4238-AFA3-D420C83D700F}" srcId="{28FCC616-316E-46C8-9D37-A1EA3DD05E86}" destId="{F2BE3E6F-177D-49EA-B51E-DB1830C631E2}" srcOrd="0" destOrd="0" parTransId="{D4AA0323-E48C-4BCE-B50E-13D7361EDC11}" sibTransId="{80D70E73-C10B-4AD0-A8AB-A3464C4C2526}"/>
    <dgm:cxn modelId="{3B7064CC-160B-43E6-AB06-BCA7887BBD6B}" srcId="{B446B5B2-1C83-46A9-8630-D98BBC43DECA}" destId="{4FBD2A06-4406-4966-8933-5C5C7DD5A094}" srcOrd="1" destOrd="0" parTransId="{E20A17FA-2CAF-407F-BA78-A9820F5BE25F}" sibTransId="{61D064B5-421E-426E-A90F-343D965253C8}"/>
    <dgm:cxn modelId="{15CF03CD-4097-40D9-ADB8-920E9582FD02}" srcId="{C1C6F5BF-D009-4CB4-B192-91661EB09B7F}" destId="{8FB9D40F-47F2-4CB6-93D5-7648AC288561}" srcOrd="1" destOrd="0" parTransId="{72DDFD11-CB68-42B9-A4BD-C12C6468F5C0}" sibTransId="{AE20A2D6-E850-4369-9699-17DC4F6C970B}"/>
    <dgm:cxn modelId="{21BF51CD-DA63-486E-8982-63878B573CE2}" type="presOf" srcId="{59A57C7C-A730-4865-B5EB-0132D5CB9F4E}" destId="{DCC308E2-17C5-4E0D-B59E-AAF723A3D4EC}" srcOrd="0" destOrd="2" presId="urn:microsoft.com/office/officeart/2016/7/layout/RepeatingBendingProcessNew"/>
    <dgm:cxn modelId="{57AF91D4-CB47-4D93-B4EA-34D21F19C031}" srcId="{28FCC616-316E-46C8-9D37-A1EA3DD05E86}" destId="{2609D122-1579-479C-BEAB-FD0638461775}" srcOrd="1" destOrd="0" parTransId="{C458B70A-7AB9-46C9-8057-3A64AC49B581}" sibTransId="{3C655502-D635-4718-A697-3FD5238C745E}"/>
    <dgm:cxn modelId="{3B0ADAD5-1A7C-4B54-9C0B-D447B6B8351A}" type="presOf" srcId="{9CC87057-889D-40B0-A3F3-233C25EF83A8}" destId="{BBA12ED2-13C4-4D10-9051-BF5C249619AF}" srcOrd="1" destOrd="0" presId="urn:microsoft.com/office/officeart/2016/7/layout/RepeatingBendingProcessNew"/>
    <dgm:cxn modelId="{BE5B99D7-3718-43ED-9091-2764E7DD9376}" type="presOf" srcId="{B446B5B2-1C83-46A9-8630-D98BBC43DECA}" destId="{7825F980-C623-41AC-B098-A91E091F9728}" srcOrd="0" destOrd="0" presId="urn:microsoft.com/office/officeart/2016/7/layout/RepeatingBendingProcessNew"/>
    <dgm:cxn modelId="{CF1BAADE-8C5E-411B-8156-F85A8E846E5C}" srcId="{4FBD2A06-4406-4966-8933-5C5C7DD5A094}" destId="{92307F44-A13C-4302-90A0-285800041CDC}" srcOrd="1" destOrd="0" parTransId="{F90581DB-6A56-476E-818D-F13AC7004068}" sibTransId="{EC04028B-52F6-4C6E-AD52-C0294FA424AA}"/>
    <dgm:cxn modelId="{98FB8FE2-C1C3-42BB-98E4-963B6C21C3FC}" type="presOf" srcId="{F2BE3E6F-177D-49EA-B51E-DB1830C631E2}" destId="{3D453574-BBEB-4E22-98DA-CA378475C173}" srcOrd="0" destOrd="1" presId="urn:microsoft.com/office/officeart/2016/7/layout/RepeatingBendingProcessNew"/>
    <dgm:cxn modelId="{0B91CAEF-ED72-4966-A33B-F998B3FBBF62}" srcId="{B446B5B2-1C83-46A9-8630-D98BBC43DECA}" destId="{FEB99B99-940D-4E18-B7E0-7D2F2F79FACF}" srcOrd="0" destOrd="0" parTransId="{A9C7EA43-7556-4B1A-B76B-3CFF1A42BE2A}" sibTransId="{234850C9-C847-4201-AFE7-EBDE42208DCD}"/>
    <dgm:cxn modelId="{E66D8EFA-69D6-4637-B1C6-C74C932AA2BD}" type="presOf" srcId="{CD163BB5-488F-4B8D-8EDC-2C43B528A211}" destId="{964920F2-A2AF-4E4B-A623-2A744385DCAD}" srcOrd="1" destOrd="0" presId="urn:microsoft.com/office/officeart/2016/7/layout/RepeatingBendingProcessNew"/>
    <dgm:cxn modelId="{40ADAEE2-9432-4A70-BE7C-10DF79DC87AE}" type="presParOf" srcId="{7825F980-C623-41AC-B098-A91E091F9728}" destId="{85665F1E-2D27-485D-A2DA-CB63C3EB5917}" srcOrd="0" destOrd="0" presId="urn:microsoft.com/office/officeart/2016/7/layout/RepeatingBendingProcessNew"/>
    <dgm:cxn modelId="{6587C780-F6E3-4221-8881-3B40A151D8E9}" type="presParOf" srcId="{7825F980-C623-41AC-B098-A91E091F9728}" destId="{00085984-46B3-4397-A984-CA3C4C3560F0}" srcOrd="1" destOrd="0" presId="urn:microsoft.com/office/officeart/2016/7/layout/RepeatingBendingProcessNew"/>
    <dgm:cxn modelId="{425A7885-5CF1-4341-B741-4ABEBE41DEB6}" type="presParOf" srcId="{00085984-46B3-4397-A984-CA3C4C3560F0}" destId="{B9CAF848-9EEA-4B2A-B09A-0EA2938FDF96}" srcOrd="0" destOrd="0" presId="urn:microsoft.com/office/officeart/2016/7/layout/RepeatingBendingProcessNew"/>
    <dgm:cxn modelId="{4F8E9510-0BE7-46B3-93D5-BC6BA4D27987}" type="presParOf" srcId="{7825F980-C623-41AC-B098-A91E091F9728}" destId="{0462AC6A-FA24-4B03-946B-0CAC258CBF10}" srcOrd="2" destOrd="0" presId="urn:microsoft.com/office/officeart/2016/7/layout/RepeatingBendingProcessNew"/>
    <dgm:cxn modelId="{28125862-AFF9-4C9B-B543-EC1BDA9EB331}" type="presParOf" srcId="{7825F980-C623-41AC-B098-A91E091F9728}" destId="{AC120336-130C-4BE5-BDE9-011022C3735D}" srcOrd="3" destOrd="0" presId="urn:microsoft.com/office/officeart/2016/7/layout/RepeatingBendingProcessNew"/>
    <dgm:cxn modelId="{17133529-77F0-46EA-B324-7F8CD9175307}" type="presParOf" srcId="{AC120336-130C-4BE5-BDE9-011022C3735D}" destId="{6E07F5B2-4240-48F6-BC7C-95B7EAF57298}" srcOrd="0" destOrd="0" presId="urn:microsoft.com/office/officeart/2016/7/layout/RepeatingBendingProcessNew"/>
    <dgm:cxn modelId="{EFE305BC-7697-4701-8904-D2AB6B9F484B}" type="presParOf" srcId="{7825F980-C623-41AC-B098-A91E091F9728}" destId="{DCC308E2-17C5-4E0D-B59E-AAF723A3D4EC}" srcOrd="4" destOrd="0" presId="urn:microsoft.com/office/officeart/2016/7/layout/RepeatingBendingProcessNew"/>
    <dgm:cxn modelId="{D184D61B-889E-4123-ADFB-E52EC5D76628}" type="presParOf" srcId="{7825F980-C623-41AC-B098-A91E091F9728}" destId="{D96A49F8-52A6-4FA9-AFD5-0A9BD161A6B1}" srcOrd="5" destOrd="0" presId="urn:microsoft.com/office/officeart/2016/7/layout/RepeatingBendingProcessNew"/>
    <dgm:cxn modelId="{1EAB460B-50DA-441D-B0CC-EBE3FD92FBDA}" type="presParOf" srcId="{D96A49F8-52A6-4FA9-AFD5-0A9BD161A6B1}" destId="{B15A1D53-B915-4B68-9763-46A030299F65}" srcOrd="0" destOrd="0" presId="urn:microsoft.com/office/officeart/2016/7/layout/RepeatingBendingProcessNew"/>
    <dgm:cxn modelId="{CC7FC933-2CC5-43CA-B1F6-3EB501DEAF0F}" type="presParOf" srcId="{7825F980-C623-41AC-B098-A91E091F9728}" destId="{07EAD97C-D620-4561-BB1A-14A3CB14508B}" srcOrd="6" destOrd="0" presId="urn:microsoft.com/office/officeart/2016/7/layout/RepeatingBendingProcessNew"/>
    <dgm:cxn modelId="{3F37FBAB-8717-44C0-BB0C-7AD5CCDE41F4}" type="presParOf" srcId="{7825F980-C623-41AC-B098-A91E091F9728}" destId="{AE8D36DF-DF81-4A0B-9A03-BC7FB4654B43}" srcOrd="7" destOrd="0" presId="urn:microsoft.com/office/officeart/2016/7/layout/RepeatingBendingProcessNew"/>
    <dgm:cxn modelId="{15641C3F-266C-49B6-97CB-3F0522F8C84D}" type="presParOf" srcId="{AE8D36DF-DF81-4A0B-9A03-BC7FB4654B43}" destId="{964920F2-A2AF-4E4B-A623-2A744385DCAD}" srcOrd="0" destOrd="0" presId="urn:microsoft.com/office/officeart/2016/7/layout/RepeatingBendingProcessNew"/>
    <dgm:cxn modelId="{6236DDA5-AFDC-4804-BAEB-1DDD4BAE7507}" type="presParOf" srcId="{7825F980-C623-41AC-B098-A91E091F9728}" destId="{EF88F605-62C3-4EA2-B47D-3260CF5D7FC9}" srcOrd="8" destOrd="0" presId="urn:microsoft.com/office/officeart/2016/7/layout/RepeatingBendingProcessNew"/>
    <dgm:cxn modelId="{C5F8550E-064C-45C0-A7CD-9CF79AF9B247}" type="presParOf" srcId="{7825F980-C623-41AC-B098-A91E091F9728}" destId="{9CBAD612-3A3C-4CD0-B893-B9FCC86BBA0E}" srcOrd="9" destOrd="0" presId="urn:microsoft.com/office/officeart/2016/7/layout/RepeatingBendingProcessNew"/>
    <dgm:cxn modelId="{CCDB6056-A53D-4101-B6C9-93E030785D91}" type="presParOf" srcId="{9CBAD612-3A3C-4CD0-B893-B9FCC86BBA0E}" destId="{BBA12ED2-13C4-4D10-9051-BF5C249619AF}" srcOrd="0" destOrd="0" presId="urn:microsoft.com/office/officeart/2016/7/layout/RepeatingBendingProcessNew"/>
    <dgm:cxn modelId="{2C9A0736-F6D6-4ABD-9F03-4F3BA5A04129}" type="presParOf" srcId="{7825F980-C623-41AC-B098-A91E091F9728}" destId="{3D453574-BBEB-4E22-98DA-CA378475C173}"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1DC8A81-DB43-4CE8-B2E5-5A03FBC0F987}" type="doc">
      <dgm:prSet loTypeId="urn:microsoft.com/office/officeart/2005/8/layout/default" loCatId="list" qsTypeId="urn:microsoft.com/office/officeart/2005/8/quickstyle/simple2" qsCatId="simple" csTypeId="urn:microsoft.com/office/officeart/2005/8/colors/colorful2" csCatId="colorful" phldr="1"/>
      <dgm:spPr/>
      <dgm:t>
        <a:bodyPr/>
        <a:lstStyle/>
        <a:p>
          <a:endParaRPr lang="en-US"/>
        </a:p>
      </dgm:t>
    </dgm:pt>
    <dgm:pt modelId="{A5D1B0F8-840E-4107-957E-EC03CC0EAA80}">
      <dgm:prSet/>
      <dgm:spPr/>
      <dgm:t>
        <a:bodyPr/>
        <a:lstStyle/>
        <a:p>
          <a:r>
            <a:rPr lang="en-US" b="1"/>
            <a:t>1. Mobile Version</a:t>
          </a:r>
          <a:endParaRPr lang="en-US"/>
        </a:p>
      </dgm:t>
    </dgm:pt>
    <dgm:pt modelId="{051A3D16-F248-4A06-8F77-06D72387F1D7}" type="parTrans" cxnId="{F6AD83F4-9D60-436D-882E-DFF49EDE03B4}">
      <dgm:prSet/>
      <dgm:spPr/>
      <dgm:t>
        <a:bodyPr/>
        <a:lstStyle/>
        <a:p>
          <a:endParaRPr lang="en-US"/>
        </a:p>
      </dgm:t>
    </dgm:pt>
    <dgm:pt modelId="{439256F7-BB33-40EA-9D38-251AD0324A69}" type="sibTrans" cxnId="{F6AD83F4-9D60-436D-882E-DFF49EDE03B4}">
      <dgm:prSet/>
      <dgm:spPr/>
      <dgm:t>
        <a:bodyPr/>
        <a:lstStyle/>
        <a:p>
          <a:endParaRPr lang="en-US"/>
        </a:p>
      </dgm:t>
    </dgm:pt>
    <dgm:pt modelId="{A3BCC944-09B7-4222-9B57-9FBAE78316FE}">
      <dgm:prSet/>
      <dgm:spPr/>
      <dgm:t>
        <a:bodyPr/>
        <a:lstStyle/>
        <a:p>
          <a:r>
            <a:rPr lang="en-US" b="1"/>
            <a:t>Enhancement:</a:t>
          </a:r>
          <a:r>
            <a:rPr lang="en-US"/>
            <a:t> Develop a mobile version of the system for </a:t>
          </a:r>
          <a:r>
            <a:rPr lang="en-US" b="1"/>
            <a:t>patients, doctors, and admins</a:t>
          </a:r>
          <a:r>
            <a:rPr lang="en-US"/>
            <a:t>.</a:t>
          </a:r>
        </a:p>
      </dgm:t>
    </dgm:pt>
    <dgm:pt modelId="{D73C4E36-BF1C-450C-B07E-C85BAC8F308E}" type="parTrans" cxnId="{82E6CF70-C9DC-42A9-807E-8CEE32B6D0F4}">
      <dgm:prSet/>
      <dgm:spPr/>
      <dgm:t>
        <a:bodyPr/>
        <a:lstStyle/>
        <a:p>
          <a:endParaRPr lang="en-US"/>
        </a:p>
      </dgm:t>
    </dgm:pt>
    <dgm:pt modelId="{F4ADE16E-8F08-4B2F-A74F-E8E8AC1D4E2C}" type="sibTrans" cxnId="{82E6CF70-C9DC-42A9-807E-8CEE32B6D0F4}">
      <dgm:prSet/>
      <dgm:spPr/>
      <dgm:t>
        <a:bodyPr/>
        <a:lstStyle/>
        <a:p>
          <a:endParaRPr lang="en-US"/>
        </a:p>
      </dgm:t>
    </dgm:pt>
    <dgm:pt modelId="{25A95DD4-3871-4A5E-BA08-31EC6BE1F7C1}">
      <dgm:prSet/>
      <dgm:spPr/>
      <dgm:t>
        <a:bodyPr/>
        <a:lstStyle/>
        <a:p>
          <a:r>
            <a:rPr lang="en-US" b="1"/>
            <a:t>2. Real-Time Appointment Notifications</a:t>
          </a:r>
          <a:endParaRPr lang="en-US"/>
        </a:p>
      </dgm:t>
    </dgm:pt>
    <dgm:pt modelId="{1E685E1C-BCF9-4B15-93D6-D963CAB8F54F}" type="parTrans" cxnId="{3227A463-0F7F-421A-A4A7-BBDF0F50595B}">
      <dgm:prSet/>
      <dgm:spPr/>
      <dgm:t>
        <a:bodyPr/>
        <a:lstStyle/>
        <a:p>
          <a:endParaRPr lang="en-US"/>
        </a:p>
      </dgm:t>
    </dgm:pt>
    <dgm:pt modelId="{19E7DB00-0FA4-43CC-BD9D-2956DD1D75C9}" type="sibTrans" cxnId="{3227A463-0F7F-421A-A4A7-BBDF0F50595B}">
      <dgm:prSet/>
      <dgm:spPr/>
      <dgm:t>
        <a:bodyPr/>
        <a:lstStyle/>
        <a:p>
          <a:endParaRPr lang="en-US"/>
        </a:p>
      </dgm:t>
    </dgm:pt>
    <dgm:pt modelId="{5388060B-5BB6-43D2-B706-03F7E5EA55BB}">
      <dgm:prSet/>
      <dgm:spPr/>
      <dgm:t>
        <a:bodyPr/>
        <a:lstStyle/>
        <a:p>
          <a:r>
            <a:rPr lang="en-US" b="1" dirty="0"/>
            <a:t>Enhancement:</a:t>
          </a:r>
          <a:r>
            <a:rPr lang="en-US" dirty="0"/>
            <a:t> Integrate </a:t>
          </a:r>
          <a:r>
            <a:rPr lang="en-US" b="1" dirty="0"/>
            <a:t>real-time notifications</a:t>
          </a:r>
          <a:r>
            <a:rPr lang="en-US" dirty="0"/>
            <a:t> for appointments (via SMS or push notifications).</a:t>
          </a:r>
        </a:p>
      </dgm:t>
    </dgm:pt>
    <dgm:pt modelId="{B7DB8ACA-5649-4B9A-95A1-3AD3BE591A49}" type="parTrans" cxnId="{A81526B0-8161-4106-BB67-3D74F1728D0C}">
      <dgm:prSet/>
      <dgm:spPr/>
      <dgm:t>
        <a:bodyPr/>
        <a:lstStyle/>
        <a:p>
          <a:endParaRPr lang="en-US"/>
        </a:p>
      </dgm:t>
    </dgm:pt>
    <dgm:pt modelId="{ED0DB313-FCA5-41D5-A922-5B1D6BB4C915}" type="sibTrans" cxnId="{A81526B0-8161-4106-BB67-3D74F1728D0C}">
      <dgm:prSet/>
      <dgm:spPr/>
      <dgm:t>
        <a:bodyPr/>
        <a:lstStyle/>
        <a:p>
          <a:endParaRPr lang="en-US"/>
        </a:p>
      </dgm:t>
    </dgm:pt>
    <dgm:pt modelId="{98FD4C06-58D2-4F0A-A940-2891B6BBF60E}">
      <dgm:prSet/>
      <dgm:spPr/>
      <dgm:t>
        <a:bodyPr/>
        <a:lstStyle/>
        <a:p>
          <a:r>
            <a:rPr lang="en-US"/>
            <a:t>3. </a:t>
          </a:r>
          <a:r>
            <a:rPr lang="en-US" b="1"/>
            <a:t>Integrated Payment Gateway</a:t>
          </a:r>
          <a:endParaRPr lang="en-US"/>
        </a:p>
      </dgm:t>
    </dgm:pt>
    <dgm:pt modelId="{2C8CB808-CE70-4DF4-B1AC-0F397C98AD5C}" type="parTrans" cxnId="{81A035B4-2621-425B-83A5-5A8C392F4096}">
      <dgm:prSet/>
      <dgm:spPr/>
      <dgm:t>
        <a:bodyPr/>
        <a:lstStyle/>
        <a:p>
          <a:endParaRPr lang="en-US"/>
        </a:p>
      </dgm:t>
    </dgm:pt>
    <dgm:pt modelId="{3FEDE614-D1F0-4318-8855-D7D4BFD5ED28}" type="sibTrans" cxnId="{81A035B4-2621-425B-83A5-5A8C392F4096}">
      <dgm:prSet/>
      <dgm:spPr/>
      <dgm:t>
        <a:bodyPr/>
        <a:lstStyle/>
        <a:p>
          <a:endParaRPr lang="en-US"/>
        </a:p>
      </dgm:t>
    </dgm:pt>
    <dgm:pt modelId="{5837B3B4-925A-495E-92AC-1774F66FCFBE}">
      <dgm:prSet/>
      <dgm:spPr/>
      <dgm:t>
        <a:bodyPr/>
        <a:lstStyle/>
        <a:p>
          <a:r>
            <a:rPr lang="en-US" b="1"/>
            <a:t>Enhancement:</a:t>
          </a:r>
          <a:r>
            <a:rPr lang="en-US"/>
            <a:t> Add a </a:t>
          </a:r>
          <a:r>
            <a:rPr lang="en-US" b="1"/>
            <a:t>payment system</a:t>
          </a:r>
          <a:r>
            <a:rPr lang="en-US"/>
            <a:t> to handle appointment payments directly through the platform.</a:t>
          </a:r>
        </a:p>
      </dgm:t>
    </dgm:pt>
    <dgm:pt modelId="{25217053-C4C8-4D9E-A53B-1459FE11F431}" type="parTrans" cxnId="{ED684353-107A-4DD1-873A-97A0FC7A8596}">
      <dgm:prSet/>
      <dgm:spPr/>
      <dgm:t>
        <a:bodyPr/>
        <a:lstStyle/>
        <a:p>
          <a:endParaRPr lang="en-US"/>
        </a:p>
      </dgm:t>
    </dgm:pt>
    <dgm:pt modelId="{AE7D9848-975D-43C0-8456-2EB50FED1B48}" type="sibTrans" cxnId="{ED684353-107A-4DD1-873A-97A0FC7A8596}">
      <dgm:prSet/>
      <dgm:spPr/>
      <dgm:t>
        <a:bodyPr/>
        <a:lstStyle/>
        <a:p>
          <a:endParaRPr lang="en-US"/>
        </a:p>
      </dgm:t>
    </dgm:pt>
    <dgm:pt modelId="{72F57C69-DD7F-4A5D-8EDE-D02755AF153E}">
      <dgm:prSet/>
      <dgm:spPr/>
      <dgm:t>
        <a:bodyPr/>
        <a:lstStyle/>
        <a:p>
          <a:r>
            <a:rPr lang="en-US" b="1"/>
            <a:t>4. Advanced Reporting for Admins</a:t>
          </a:r>
          <a:endParaRPr lang="en-US"/>
        </a:p>
      </dgm:t>
    </dgm:pt>
    <dgm:pt modelId="{9DD1B065-85A9-4D82-8AA4-E09B6A2B8E3A}" type="parTrans" cxnId="{4086E046-5647-426D-A2A0-1E13CE50BFA9}">
      <dgm:prSet/>
      <dgm:spPr/>
      <dgm:t>
        <a:bodyPr/>
        <a:lstStyle/>
        <a:p>
          <a:endParaRPr lang="en-US"/>
        </a:p>
      </dgm:t>
    </dgm:pt>
    <dgm:pt modelId="{412F8857-B0F9-4852-9778-E14708E66DF8}" type="sibTrans" cxnId="{4086E046-5647-426D-A2A0-1E13CE50BFA9}">
      <dgm:prSet/>
      <dgm:spPr/>
      <dgm:t>
        <a:bodyPr/>
        <a:lstStyle/>
        <a:p>
          <a:endParaRPr lang="en-US"/>
        </a:p>
      </dgm:t>
    </dgm:pt>
    <dgm:pt modelId="{43DEB8B4-2078-4B8B-9B56-7FB2A8151050}">
      <dgm:prSet/>
      <dgm:spPr/>
      <dgm:t>
        <a:bodyPr/>
        <a:lstStyle/>
        <a:p>
          <a:r>
            <a:rPr lang="en-US" b="1" dirty="0"/>
            <a:t>Enhancement:</a:t>
          </a:r>
          <a:r>
            <a:rPr lang="en-US" dirty="0"/>
            <a:t> Implement advanced </a:t>
          </a:r>
          <a:r>
            <a:rPr lang="en-US" b="1" dirty="0"/>
            <a:t>analytics</a:t>
          </a:r>
          <a:r>
            <a:rPr lang="en-US" dirty="0"/>
            <a:t> and </a:t>
          </a:r>
          <a:r>
            <a:rPr lang="en-US" b="1" dirty="0"/>
            <a:t>reports</a:t>
          </a:r>
          <a:r>
            <a:rPr lang="en-US" dirty="0"/>
            <a:t> for admin users to track appointment trends, no-shows, and doctor availability.</a:t>
          </a:r>
        </a:p>
      </dgm:t>
    </dgm:pt>
    <dgm:pt modelId="{811466DF-20A8-4449-9B64-C03E19A55964}" type="parTrans" cxnId="{C903BD9D-92CC-4C35-A3CF-5252CED56BFE}">
      <dgm:prSet/>
      <dgm:spPr/>
      <dgm:t>
        <a:bodyPr/>
        <a:lstStyle/>
        <a:p>
          <a:endParaRPr lang="en-US"/>
        </a:p>
      </dgm:t>
    </dgm:pt>
    <dgm:pt modelId="{4DA3916E-B325-4B1E-8927-B6045D4EC002}" type="sibTrans" cxnId="{C903BD9D-92CC-4C35-A3CF-5252CED56BFE}">
      <dgm:prSet/>
      <dgm:spPr/>
      <dgm:t>
        <a:bodyPr/>
        <a:lstStyle/>
        <a:p>
          <a:endParaRPr lang="en-US"/>
        </a:p>
      </dgm:t>
    </dgm:pt>
    <dgm:pt modelId="{923CFCB2-566D-4E31-B68C-8DFCD94F271D}">
      <dgm:prSet/>
      <dgm:spPr/>
      <dgm:t>
        <a:bodyPr/>
        <a:lstStyle/>
        <a:p>
          <a:r>
            <a:rPr lang="en-US" b="1"/>
            <a:t>5.AI-Powered Doctor Matching</a:t>
          </a:r>
          <a:endParaRPr lang="en-US"/>
        </a:p>
      </dgm:t>
    </dgm:pt>
    <dgm:pt modelId="{311DE017-5494-4444-B367-545B23CF52A1}" type="parTrans" cxnId="{09447281-1062-4ECA-B645-41C5A10894C2}">
      <dgm:prSet/>
      <dgm:spPr/>
      <dgm:t>
        <a:bodyPr/>
        <a:lstStyle/>
        <a:p>
          <a:endParaRPr lang="en-US"/>
        </a:p>
      </dgm:t>
    </dgm:pt>
    <dgm:pt modelId="{4A0550C8-1B5A-47A3-B53B-AF385B8D10B1}" type="sibTrans" cxnId="{09447281-1062-4ECA-B645-41C5A10894C2}">
      <dgm:prSet/>
      <dgm:spPr/>
      <dgm:t>
        <a:bodyPr/>
        <a:lstStyle/>
        <a:p>
          <a:endParaRPr lang="en-US"/>
        </a:p>
      </dgm:t>
    </dgm:pt>
    <dgm:pt modelId="{9DB203AD-75ED-44D6-8A1E-AA5A8391903C}">
      <dgm:prSet/>
      <dgm:spPr/>
      <dgm:t>
        <a:bodyPr/>
        <a:lstStyle/>
        <a:p>
          <a:r>
            <a:rPr lang="en-US" b="1" dirty="0"/>
            <a:t>Enhancement:</a:t>
          </a:r>
          <a:r>
            <a:rPr lang="en-US" dirty="0"/>
            <a:t> Introduce </a:t>
          </a:r>
          <a:r>
            <a:rPr lang="en-US" b="1" dirty="0"/>
            <a:t>AI-powered recommendations</a:t>
          </a:r>
          <a:r>
            <a:rPr lang="en-US" dirty="0"/>
            <a:t> for patients to match with the most suitable doctor based on their needs.</a:t>
          </a:r>
        </a:p>
      </dgm:t>
    </dgm:pt>
    <dgm:pt modelId="{71736208-43C5-4F53-B142-30953AB7CA2C}" type="parTrans" cxnId="{EE866928-495F-4974-876C-C6DD703D42FF}">
      <dgm:prSet/>
      <dgm:spPr/>
      <dgm:t>
        <a:bodyPr/>
        <a:lstStyle/>
        <a:p>
          <a:endParaRPr lang="en-US"/>
        </a:p>
      </dgm:t>
    </dgm:pt>
    <dgm:pt modelId="{1A4D727A-CC50-4E2A-919E-0DED3FB73E2A}" type="sibTrans" cxnId="{EE866928-495F-4974-876C-C6DD703D42FF}">
      <dgm:prSet/>
      <dgm:spPr/>
      <dgm:t>
        <a:bodyPr/>
        <a:lstStyle/>
        <a:p>
          <a:endParaRPr lang="en-US"/>
        </a:p>
      </dgm:t>
    </dgm:pt>
    <dgm:pt modelId="{CFCD99A4-7131-48A5-B1D8-9715D2BEF151}" type="pres">
      <dgm:prSet presAssocID="{F1DC8A81-DB43-4CE8-B2E5-5A03FBC0F987}" presName="diagram" presStyleCnt="0">
        <dgm:presLayoutVars>
          <dgm:dir/>
          <dgm:resizeHandles val="exact"/>
        </dgm:presLayoutVars>
      </dgm:prSet>
      <dgm:spPr/>
    </dgm:pt>
    <dgm:pt modelId="{27B009EC-6D5B-4FBB-9D7C-6D10B75A037E}" type="pres">
      <dgm:prSet presAssocID="{A5D1B0F8-840E-4107-957E-EC03CC0EAA80}" presName="node" presStyleLbl="node1" presStyleIdx="0" presStyleCnt="10">
        <dgm:presLayoutVars>
          <dgm:bulletEnabled val="1"/>
        </dgm:presLayoutVars>
      </dgm:prSet>
      <dgm:spPr/>
    </dgm:pt>
    <dgm:pt modelId="{9372210A-B33A-4839-BCB9-CBE4B4A3D8E8}" type="pres">
      <dgm:prSet presAssocID="{439256F7-BB33-40EA-9D38-251AD0324A69}" presName="sibTrans" presStyleCnt="0"/>
      <dgm:spPr/>
    </dgm:pt>
    <dgm:pt modelId="{D19A1905-9C09-4C80-9153-51DB052EBC90}" type="pres">
      <dgm:prSet presAssocID="{A3BCC944-09B7-4222-9B57-9FBAE78316FE}" presName="node" presStyleLbl="node1" presStyleIdx="1" presStyleCnt="10">
        <dgm:presLayoutVars>
          <dgm:bulletEnabled val="1"/>
        </dgm:presLayoutVars>
      </dgm:prSet>
      <dgm:spPr/>
    </dgm:pt>
    <dgm:pt modelId="{07E4921B-A232-4958-8DA4-ED2D382EAF51}" type="pres">
      <dgm:prSet presAssocID="{F4ADE16E-8F08-4B2F-A74F-E8E8AC1D4E2C}" presName="sibTrans" presStyleCnt="0"/>
      <dgm:spPr/>
    </dgm:pt>
    <dgm:pt modelId="{9B029314-90B2-420B-BAB7-AAB273C2AF37}" type="pres">
      <dgm:prSet presAssocID="{25A95DD4-3871-4A5E-BA08-31EC6BE1F7C1}" presName="node" presStyleLbl="node1" presStyleIdx="2" presStyleCnt="10">
        <dgm:presLayoutVars>
          <dgm:bulletEnabled val="1"/>
        </dgm:presLayoutVars>
      </dgm:prSet>
      <dgm:spPr/>
    </dgm:pt>
    <dgm:pt modelId="{A2A22C51-8C92-4267-84B8-08CAB4E622E3}" type="pres">
      <dgm:prSet presAssocID="{19E7DB00-0FA4-43CC-BD9D-2956DD1D75C9}" presName="sibTrans" presStyleCnt="0"/>
      <dgm:spPr/>
    </dgm:pt>
    <dgm:pt modelId="{88C1CB01-6D46-4598-8BB4-0DA337060C4B}" type="pres">
      <dgm:prSet presAssocID="{5388060B-5BB6-43D2-B706-03F7E5EA55BB}" presName="node" presStyleLbl="node1" presStyleIdx="3" presStyleCnt="10">
        <dgm:presLayoutVars>
          <dgm:bulletEnabled val="1"/>
        </dgm:presLayoutVars>
      </dgm:prSet>
      <dgm:spPr/>
    </dgm:pt>
    <dgm:pt modelId="{DBF14820-A739-49D4-999C-668E48DA4ECE}" type="pres">
      <dgm:prSet presAssocID="{ED0DB313-FCA5-41D5-A922-5B1D6BB4C915}" presName="sibTrans" presStyleCnt="0"/>
      <dgm:spPr/>
    </dgm:pt>
    <dgm:pt modelId="{DF14C81F-54C6-45F8-971D-AED5C6C405E7}" type="pres">
      <dgm:prSet presAssocID="{98FD4C06-58D2-4F0A-A940-2891B6BBF60E}" presName="node" presStyleLbl="node1" presStyleIdx="4" presStyleCnt="10">
        <dgm:presLayoutVars>
          <dgm:bulletEnabled val="1"/>
        </dgm:presLayoutVars>
      </dgm:prSet>
      <dgm:spPr/>
    </dgm:pt>
    <dgm:pt modelId="{7F092862-CB62-433A-A007-F0FC02382F6C}" type="pres">
      <dgm:prSet presAssocID="{3FEDE614-D1F0-4318-8855-D7D4BFD5ED28}" presName="sibTrans" presStyleCnt="0"/>
      <dgm:spPr/>
    </dgm:pt>
    <dgm:pt modelId="{9BF8A014-4F8E-4E37-BEB6-DA921D75C4C5}" type="pres">
      <dgm:prSet presAssocID="{5837B3B4-925A-495E-92AC-1774F66FCFBE}" presName="node" presStyleLbl="node1" presStyleIdx="5" presStyleCnt="10">
        <dgm:presLayoutVars>
          <dgm:bulletEnabled val="1"/>
        </dgm:presLayoutVars>
      </dgm:prSet>
      <dgm:spPr/>
    </dgm:pt>
    <dgm:pt modelId="{22B8FE7C-615B-42BC-A40B-FE8B455AEB3B}" type="pres">
      <dgm:prSet presAssocID="{AE7D9848-975D-43C0-8456-2EB50FED1B48}" presName="sibTrans" presStyleCnt="0"/>
      <dgm:spPr/>
    </dgm:pt>
    <dgm:pt modelId="{EB53C774-75A5-4390-AA44-F13C82A3C487}" type="pres">
      <dgm:prSet presAssocID="{72F57C69-DD7F-4A5D-8EDE-D02755AF153E}" presName="node" presStyleLbl="node1" presStyleIdx="6" presStyleCnt="10">
        <dgm:presLayoutVars>
          <dgm:bulletEnabled val="1"/>
        </dgm:presLayoutVars>
      </dgm:prSet>
      <dgm:spPr/>
    </dgm:pt>
    <dgm:pt modelId="{F10DB21F-0458-4B7D-97E3-CA70CB13A4AD}" type="pres">
      <dgm:prSet presAssocID="{412F8857-B0F9-4852-9778-E14708E66DF8}" presName="sibTrans" presStyleCnt="0"/>
      <dgm:spPr/>
    </dgm:pt>
    <dgm:pt modelId="{C14BB4B2-7C67-403C-B434-233CAD645C4C}" type="pres">
      <dgm:prSet presAssocID="{43DEB8B4-2078-4B8B-9B56-7FB2A8151050}" presName="node" presStyleLbl="node1" presStyleIdx="7" presStyleCnt="10">
        <dgm:presLayoutVars>
          <dgm:bulletEnabled val="1"/>
        </dgm:presLayoutVars>
      </dgm:prSet>
      <dgm:spPr/>
    </dgm:pt>
    <dgm:pt modelId="{B04F8D49-DEF3-46AB-8240-B3C419B74153}" type="pres">
      <dgm:prSet presAssocID="{4DA3916E-B325-4B1E-8927-B6045D4EC002}" presName="sibTrans" presStyleCnt="0"/>
      <dgm:spPr/>
    </dgm:pt>
    <dgm:pt modelId="{35131B4F-60A0-4E31-8CAE-4351465CB284}" type="pres">
      <dgm:prSet presAssocID="{923CFCB2-566D-4E31-B68C-8DFCD94F271D}" presName="node" presStyleLbl="node1" presStyleIdx="8" presStyleCnt="10">
        <dgm:presLayoutVars>
          <dgm:bulletEnabled val="1"/>
        </dgm:presLayoutVars>
      </dgm:prSet>
      <dgm:spPr/>
    </dgm:pt>
    <dgm:pt modelId="{940FDCAA-CEB3-48E2-A3DF-A1B3BDED588A}" type="pres">
      <dgm:prSet presAssocID="{4A0550C8-1B5A-47A3-B53B-AF385B8D10B1}" presName="sibTrans" presStyleCnt="0"/>
      <dgm:spPr/>
    </dgm:pt>
    <dgm:pt modelId="{A2981012-A3E5-40BD-B7D7-35A7B50E47FB}" type="pres">
      <dgm:prSet presAssocID="{9DB203AD-75ED-44D6-8A1E-AA5A8391903C}" presName="node" presStyleLbl="node1" presStyleIdx="9" presStyleCnt="10">
        <dgm:presLayoutVars>
          <dgm:bulletEnabled val="1"/>
        </dgm:presLayoutVars>
      </dgm:prSet>
      <dgm:spPr/>
    </dgm:pt>
  </dgm:ptLst>
  <dgm:cxnLst>
    <dgm:cxn modelId="{87C3FA03-0B30-4367-8185-5A34A48970F2}" type="presOf" srcId="{A3BCC944-09B7-4222-9B57-9FBAE78316FE}" destId="{D19A1905-9C09-4C80-9153-51DB052EBC90}" srcOrd="0" destOrd="0" presId="urn:microsoft.com/office/officeart/2005/8/layout/default"/>
    <dgm:cxn modelId="{CF6D171D-00A3-4DB2-86CB-3567F794FBB5}" type="presOf" srcId="{923CFCB2-566D-4E31-B68C-8DFCD94F271D}" destId="{35131B4F-60A0-4E31-8CAE-4351465CB284}" srcOrd="0" destOrd="0" presId="urn:microsoft.com/office/officeart/2005/8/layout/default"/>
    <dgm:cxn modelId="{EE866928-495F-4974-876C-C6DD703D42FF}" srcId="{F1DC8A81-DB43-4CE8-B2E5-5A03FBC0F987}" destId="{9DB203AD-75ED-44D6-8A1E-AA5A8391903C}" srcOrd="9" destOrd="0" parTransId="{71736208-43C5-4F53-B142-30953AB7CA2C}" sibTransId="{1A4D727A-CC50-4E2A-919E-0DED3FB73E2A}"/>
    <dgm:cxn modelId="{5D7C3261-79D8-426B-9978-82683C664D79}" type="presOf" srcId="{A5D1B0F8-840E-4107-957E-EC03CC0EAA80}" destId="{27B009EC-6D5B-4FBB-9D7C-6D10B75A037E}" srcOrd="0" destOrd="0" presId="urn:microsoft.com/office/officeart/2005/8/layout/default"/>
    <dgm:cxn modelId="{40907741-8FE4-4C76-80D2-F1A2D7BA70A7}" type="presOf" srcId="{25A95DD4-3871-4A5E-BA08-31EC6BE1F7C1}" destId="{9B029314-90B2-420B-BAB7-AAB273C2AF37}" srcOrd="0" destOrd="0" presId="urn:microsoft.com/office/officeart/2005/8/layout/default"/>
    <dgm:cxn modelId="{3227A463-0F7F-421A-A4A7-BBDF0F50595B}" srcId="{F1DC8A81-DB43-4CE8-B2E5-5A03FBC0F987}" destId="{25A95DD4-3871-4A5E-BA08-31EC6BE1F7C1}" srcOrd="2" destOrd="0" parTransId="{1E685E1C-BCF9-4B15-93D6-D963CAB8F54F}" sibTransId="{19E7DB00-0FA4-43CC-BD9D-2956DD1D75C9}"/>
    <dgm:cxn modelId="{4086E046-5647-426D-A2A0-1E13CE50BFA9}" srcId="{F1DC8A81-DB43-4CE8-B2E5-5A03FBC0F987}" destId="{72F57C69-DD7F-4A5D-8EDE-D02755AF153E}" srcOrd="6" destOrd="0" parTransId="{9DD1B065-85A9-4D82-8AA4-E09B6A2B8E3A}" sibTransId="{412F8857-B0F9-4852-9778-E14708E66DF8}"/>
    <dgm:cxn modelId="{82E6CF70-C9DC-42A9-807E-8CEE32B6D0F4}" srcId="{F1DC8A81-DB43-4CE8-B2E5-5A03FBC0F987}" destId="{A3BCC944-09B7-4222-9B57-9FBAE78316FE}" srcOrd="1" destOrd="0" parTransId="{D73C4E36-BF1C-450C-B07E-C85BAC8F308E}" sibTransId="{F4ADE16E-8F08-4B2F-A74F-E8E8AC1D4E2C}"/>
    <dgm:cxn modelId="{ED684353-107A-4DD1-873A-97A0FC7A8596}" srcId="{F1DC8A81-DB43-4CE8-B2E5-5A03FBC0F987}" destId="{5837B3B4-925A-495E-92AC-1774F66FCFBE}" srcOrd="5" destOrd="0" parTransId="{25217053-C4C8-4D9E-A53B-1459FE11F431}" sibTransId="{AE7D9848-975D-43C0-8456-2EB50FED1B48}"/>
    <dgm:cxn modelId="{09447281-1062-4ECA-B645-41C5A10894C2}" srcId="{F1DC8A81-DB43-4CE8-B2E5-5A03FBC0F987}" destId="{923CFCB2-566D-4E31-B68C-8DFCD94F271D}" srcOrd="8" destOrd="0" parTransId="{311DE017-5494-4444-B367-545B23CF52A1}" sibTransId="{4A0550C8-1B5A-47A3-B53B-AF385B8D10B1}"/>
    <dgm:cxn modelId="{BD4B7A9B-4D73-4673-8302-2BC410B017D5}" type="presOf" srcId="{5388060B-5BB6-43D2-B706-03F7E5EA55BB}" destId="{88C1CB01-6D46-4598-8BB4-0DA337060C4B}" srcOrd="0" destOrd="0" presId="urn:microsoft.com/office/officeart/2005/8/layout/default"/>
    <dgm:cxn modelId="{C903BD9D-92CC-4C35-A3CF-5252CED56BFE}" srcId="{F1DC8A81-DB43-4CE8-B2E5-5A03FBC0F987}" destId="{43DEB8B4-2078-4B8B-9B56-7FB2A8151050}" srcOrd="7" destOrd="0" parTransId="{811466DF-20A8-4449-9B64-C03E19A55964}" sibTransId="{4DA3916E-B325-4B1E-8927-B6045D4EC002}"/>
    <dgm:cxn modelId="{A81526B0-8161-4106-BB67-3D74F1728D0C}" srcId="{F1DC8A81-DB43-4CE8-B2E5-5A03FBC0F987}" destId="{5388060B-5BB6-43D2-B706-03F7E5EA55BB}" srcOrd="3" destOrd="0" parTransId="{B7DB8ACA-5649-4B9A-95A1-3AD3BE591A49}" sibTransId="{ED0DB313-FCA5-41D5-A922-5B1D6BB4C915}"/>
    <dgm:cxn modelId="{D88214B3-C41B-4541-B570-F740E5F592CC}" type="presOf" srcId="{9DB203AD-75ED-44D6-8A1E-AA5A8391903C}" destId="{A2981012-A3E5-40BD-B7D7-35A7B50E47FB}" srcOrd="0" destOrd="0" presId="urn:microsoft.com/office/officeart/2005/8/layout/default"/>
    <dgm:cxn modelId="{81A035B4-2621-425B-83A5-5A8C392F4096}" srcId="{F1DC8A81-DB43-4CE8-B2E5-5A03FBC0F987}" destId="{98FD4C06-58D2-4F0A-A940-2891B6BBF60E}" srcOrd="4" destOrd="0" parTransId="{2C8CB808-CE70-4DF4-B1AC-0F397C98AD5C}" sibTransId="{3FEDE614-D1F0-4318-8855-D7D4BFD5ED28}"/>
    <dgm:cxn modelId="{6A73C0C9-2388-4D0B-865D-90E3BB3588C2}" type="presOf" srcId="{43DEB8B4-2078-4B8B-9B56-7FB2A8151050}" destId="{C14BB4B2-7C67-403C-B434-233CAD645C4C}" srcOrd="0" destOrd="0" presId="urn:microsoft.com/office/officeart/2005/8/layout/default"/>
    <dgm:cxn modelId="{D467AFCF-02EF-4615-B36E-E77F9227544F}" type="presOf" srcId="{72F57C69-DD7F-4A5D-8EDE-D02755AF153E}" destId="{EB53C774-75A5-4390-AA44-F13C82A3C487}" srcOrd="0" destOrd="0" presId="urn:microsoft.com/office/officeart/2005/8/layout/default"/>
    <dgm:cxn modelId="{1D7F41DC-789D-4387-8574-2ED4AA5E006D}" type="presOf" srcId="{98FD4C06-58D2-4F0A-A940-2891B6BBF60E}" destId="{DF14C81F-54C6-45F8-971D-AED5C6C405E7}" srcOrd="0" destOrd="0" presId="urn:microsoft.com/office/officeart/2005/8/layout/default"/>
    <dgm:cxn modelId="{A5B53CE2-B1E8-46E5-BBF5-FF76C8174050}" type="presOf" srcId="{5837B3B4-925A-495E-92AC-1774F66FCFBE}" destId="{9BF8A014-4F8E-4E37-BEB6-DA921D75C4C5}" srcOrd="0" destOrd="0" presId="urn:microsoft.com/office/officeart/2005/8/layout/default"/>
    <dgm:cxn modelId="{3D412DEE-7449-4FF8-9496-F6DA7A86EC9C}" type="presOf" srcId="{F1DC8A81-DB43-4CE8-B2E5-5A03FBC0F987}" destId="{CFCD99A4-7131-48A5-B1D8-9715D2BEF151}" srcOrd="0" destOrd="0" presId="urn:microsoft.com/office/officeart/2005/8/layout/default"/>
    <dgm:cxn modelId="{F6AD83F4-9D60-436D-882E-DFF49EDE03B4}" srcId="{F1DC8A81-DB43-4CE8-B2E5-5A03FBC0F987}" destId="{A5D1B0F8-840E-4107-957E-EC03CC0EAA80}" srcOrd="0" destOrd="0" parTransId="{051A3D16-F248-4A06-8F77-06D72387F1D7}" sibTransId="{439256F7-BB33-40EA-9D38-251AD0324A69}"/>
    <dgm:cxn modelId="{BA5F73D0-042F-463C-980A-4B746B6F6BE1}" type="presParOf" srcId="{CFCD99A4-7131-48A5-B1D8-9715D2BEF151}" destId="{27B009EC-6D5B-4FBB-9D7C-6D10B75A037E}" srcOrd="0" destOrd="0" presId="urn:microsoft.com/office/officeart/2005/8/layout/default"/>
    <dgm:cxn modelId="{71573C63-80B7-4284-A498-4B7791C8D130}" type="presParOf" srcId="{CFCD99A4-7131-48A5-B1D8-9715D2BEF151}" destId="{9372210A-B33A-4839-BCB9-CBE4B4A3D8E8}" srcOrd="1" destOrd="0" presId="urn:microsoft.com/office/officeart/2005/8/layout/default"/>
    <dgm:cxn modelId="{C8C6CEB3-E281-45B6-82D3-7522C1584CE3}" type="presParOf" srcId="{CFCD99A4-7131-48A5-B1D8-9715D2BEF151}" destId="{D19A1905-9C09-4C80-9153-51DB052EBC90}" srcOrd="2" destOrd="0" presId="urn:microsoft.com/office/officeart/2005/8/layout/default"/>
    <dgm:cxn modelId="{2B0E883E-F0A6-46A5-B3E8-186DFCBC258B}" type="presParOf" srcId="{CFCD99A4-7131-48A5-B1D8-9715D2BEF151}" destId="{07E4921B-A232-4958-8DA4-ED2D382EAF51}" srcOrd="3" destOrd="0" presId="urn:microsoft.com/office/officeart/2005/8/layout/default"/>
    <dgm:cxn modelId="{7D33ACD8-4B89-4052-A2BB-8B8ED2CC8018}" type="presParOf" srcId="{CFCD99A4-7131-48A5-B1D8-9715D2BEF151}" destId="{9B029314-90B2-420B-BAB7-AAB273C2AF37}" srcOrd="4" destOrd="0" presId="urn:microsoft.com/office/officeart/2005/8/layout/default"/>
    <dgm:cxn modelId="{0BDD733D-71D7-4641-9001-D601E0547E3E}" type="presParOf" srcId="{CFCD99A4-7131-48A5-B1D8-9715D2BEF151}" destId="{A2A22C51-8C92-4267-84B8-08CAB4E622E3}" srcOrd="5" destOrd="0" presId="urn:microsoft.com/office/officeart/2005/8/layout/default"/>
    <dgm:cxn modelId="{AE78C6C8-885D-416D-86EE-A581DA2E6350}" type="presParOf" srcId="{CFCD99A4-7131-48A5-B1D8-9715D2BEF151}" destId="{88C1CB01-6D46-4598-8BB4-0DA337060C4B}" srcOrd="6" destOrd="0" presId="urn:microsoft.com/office/officeart/2005/8/layout/default"/>
    <dgm:cxn modelId="{B7E9D89D-A865-49F1-9C74-05F32795C879}" type="presParOf" srcId="{CFCD99A4-7131-48A5-B1D8-9715D2BEF151}" destId="{DBF14820-A739-49D4-999C-668E48DA4ECE}" srcOrd="7" destOrd="0" presId="urn:microsoft.com/office/officeart/2005/8/layout/default"/>
    <dgm:cxn modelId="{489B91E7-88C6-4C04-AFE3-C2FE685F399F}" type="presParOf" srcId="{CFCD99A4-7131-48A5-B1D8-9715D2BEF151}" destId="{DF14C81F-54C6-45F8-971D-AED5C6C405E7}" srcOrd="8" destOrd="0" presId="urn:microsoft.com/office/officeart/2005/8/layout/default"/>
    <dgm:cxn modelId="{A518FD02-C4C5-4FC0-AB45-2ABB2AC878E7}" type="presParOf" srcId="{CFCD99A4-7131-48A5-B1D8-9715D2BEF151}" destId="{7F092862-CB62-433A-A007-F0FC02382F6C}" srcOrd="9" destOrd="0" presId="urn:microsoft.com/office/officeart/2005/8/layout/default"/>
    <dgm:cxn modelId="{20B6CD0D-2DC4-4185-926D-AF0B288656E0}" type="presParOf" srcId="{CFCD99A4-7131-48A5-B1D8-9715D2BEF151}" destId="{9BF8A014-4F8E-4E37-BEB6-DA921D75C4C5}" srcOrd="10" destOrd="0" presId="urn:microsoft.com/office/officeart/2005/8/layout/default"/>
    <dgm:cxn modelId="{45BFFB11-9D91-41C3-B58B-872CB2133208}" type="presParOf" srcId="{CFCD99A4-7131-48A5-B1D8-9715D2BEF151}" destId="{22B8FE7C-615B-42BC-A40B-FE8B455AEB3B}" srcOrd="11" destOrd="0" presId="urn:microsoft.com/office/officeart/2005/8/layout/default"/>
    <dgm:cxn modelId="{98D14FC7-EBB2-44DB-A8F3-0CC320ECB690}" type="presParOf" srcId="{CFCD99A4-7131-48A5-B1D8-9715D2BEF151}" destId="{EB53C774-75A5-4390-AA44-F13C82A3C487}" srcOrd="12" destOrd="0" presId="urn:microsoft.com/office/officeart/2005/8/layout/default"/>
    <dgm:cxn modelId="{0C0CFD33-446C-440D-8B14-4F2F74C07C1C}" type="presParOf" srcId="{CFCD99A4-7131-48A5-B1D8-9715D2BEF151}" destId="{F10DB21F-0458-4B7D-97E3-CA70CB13A4AD}" srcOrd="13" destOrd="0" presId="urn:microsoft.com/office/officeart/2005/8/layout/default"/>
    <dgm:cxn modelId="{0B22429B-EDCD-4067-A191-FE76D9A18D58}" type="presParOf" srcId="{CFCD99A4-7131-48A5-B1D8-9715D2BEF151}" destId="{C14BB4B2-7C67-403C-B434-233CAD645C4C}" srcOrd="14" destOrd="0" presId="urn:microsoft.com/office/officeart/2005/8/layout/default"/>
    <dgm:cxn modelId="{312C04E8-CE28-438C-8037-F6E863354D6F}" type="presParOf" srcId="{CFCD99A4-7131-48A5-B1D8-9715D2BEF151}" destId="{B04F8D49-DEF3-46AB-8240-B3C419B74153}" srcOrd="15" destOrd="0" presId="urn:microsoft.com/office/officeart/2005/8/layout/default"/>
    <dgm:cxn modelId="{A3F85493-5D74-45F2-BE46-9932D9820CD5}" type="presParOf" srcId="{CFCD99A4-7131-48A5-B1D8-9715D2BEF151}" destId="{35131B4F-60A0-4E31-8CAE-4351465CB284}" srcOrd="16" destOrd="0" presId="urn:microsoft.com/office/officeart/2005/8/layout/default"/>
    <dgm:cxn modelId="{589F4D7F-B9CD-462F-A765-05EE26A7CE16}" type="presParOf" srcId="{CFCD99A4-7131-48A5-B1D8-9715D2BEF151}" destId="{940FDCAA-CEB3-48E2-A3DF-A1B3BDED588A}" srcOrd="17" destOrd="0" presId="urn:microsoft.com/office/officeart/2005/8/layout/default"/>
    <dgm:cxn modelId="{ED966DF2-C91C-4DAB-AC78-E29505790340}" type="presParOf" srcId="{CFCD99A4-7131-48A5-B1D8-9715D2BEF151}" destId="{A2981012-A3E5-40BD-B7D7-35A7B50E47FB}"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BF763A-7853-41E2-B96E-4961DFF44A8E}" type="doc">
      <dgm:prSet loTypeId="urn:microsoft.com/office/officeart/2016/7/layout/RepeatingBendingProcessNew" loCatId="process" qsTypeId="urn:microsoft.com/office/officeart/2005/8/quickstyle/simple2" qsCatId="simple" csTypeId="urn:microsoft.com/office/officeart/2005/8/colors/accent2_2" csCatId="accent2" phldr="1"/>
      <dgm:spPr/>
      <dgm:t>
        <a:bodyPr/>
        <a:lstStyle/>
        <a:p>
          <a:endParaRPr lang="en-US"/>
        </a:p>
      </dgm:t>
    </dgm:pt>
    <dgm:pt modelId="{2F4A4C3D-FE9B-4E08-A2CE-9073256145C3}">
      <dgm:prSet/>
      <dgm:spPr/>
      <dgm:t>
        <a:bodyPr/>
        <a:lstStyle/>
        <a:p>
          <a:r>
            <a:rPr lang="en-US"/>
            <a:t>Streamlined Appointment Booking</a:t>
          </a:r>
        </a:p>
      </dgm:t>
    </dgm:pt>
    <dgm:pt modelId="{D4FDB9C5-EB8F-49E5-8456-CBC2629F4B9B}" type="parTrans" cxnId="{CC81C7A8-A64F-49AE-9302-0BA94ACCE3AF}">
      <dgm:prSet/>
      <dgm:spPr/>
      <dgm:t>
        <a:bodyPr/>
        <a:lstStyle/>
        <a:p>
          <a:endParaRPr lang="en-US"/>
        </a:p>
      </dgm:t>
    </dgm:pt>
    <dgm:pt modelId="{34DC2380-13FA-4F19-A08E-FE58B08BA77D}" type="sibTrans" cxnId="{CC81C7A8-A64F-49AE-9302-0BA94ACCE3AF}">
      <dgm:prSet/>
      <dgm:spPr/>
      <dgm:t>
        <a:bodyPr/>
        <a:lstStyle/>
        <a:p>
          <a:endParaRPr lang="en-US"/>
        </a:p>
      </dgm:t>
    </dgm:pt>
    <dgm:pt modelId="{7F120974-1A27-478D-BAAA-4881114D601A}">
      <dgm:prSet/>
      <dgm:spPr/>
      <dgm:t>
        <a:bodyPr/>
        <a:lstStyle/>
        <a:p>
          <a:r>
            <a:rPr lang="en-US"/>
            <a:t>The system allows patients to easily book appointments with available doctors, eliminating manual scheduling processes.</a:t>
          </a:r>
        </a:p>
      </dgm:t>
    </dgm:pt>
    <dgm:pt modelId="{27511B70-C61D-40AB-AB6B-607896D75CB5}" type="parTrans" cxnId="{801DF7C8-4772-4945-B413-B87AC2DE70DF}">
      <dgm:prSet/>
      <dgm:spPr/>
      <dgm:t>
        <a:bodyPr/>
        <a:lstStyle/>
        <a:p>
          <a:endParaRPr lang="en-US"/>
        </a:p>
      </dgm:t>
    </dgm:pt>
    <dgm:pt modelId="{119CC9E3-613B-48C0-8884-FB48D6352A1A}" type="sibTrans" cxnId="{801DF7C8-4772-4945-B413-B87AC2DE70DF}">
      <dgm:prSet/>
      <dgm:spPr/>
      <dgm:t>
        <a:bodyPr/>
        <a:lstStyle/>
        <a:p>
          <a:endParaRPr lang="en-US"/>
        </a:p>
      </dgm:t>
    </dgm:pt>
    <dgm:pt modelId="{2F5C9902-FC3C-4FD6-AE2A-BD4C964B738A}">
      <dgm:prSet/>
      <dgm:spPr/>
      <dgm:t>
        <a:bodyPr/>
        <a:lstStyle/>
        <a:p>
          <a:r>
            <a:rPr lang="en-US"/>
            <a:t>Improved Communication</a:t>
          </a:r>
        </a:p>
      </dgm:t>
    </dgm:pt>
    <dgm:pt modelId="{61859E05-3310-4585-A685-B311C109DC5D}" type="parTrans" cxnId="{5B24BC70-000B-43A4-BCAE-7300AE579A88}">
      <dgm:prSet/>
      <dgm:spPr/>
      <dgm:t>
        <a:bodyPr/>
        <a:lstStyle/>
        <a:p>
          <a:endParaRPr lang="en-US"/>
        </a:p>
      </dgm:t>
    </dgm:pt>
    <dgm:pt modelId="{740CE725-1B5F-440A-943E-7B6AAB195828}" type="sibTrans" cxnId="{5B24BC70-000B-43A4-BCAE-7300AE579A88}">
      <dgm:prSet/>
      <dgm:spPr/>
      <dgm:t>
        <a:bodyPr/>
        <a:lstStyle/>
        <a:p>
          <a:endParaRPr lang="en-US"/>
        </a:p>
      </dgm:t>
    </dgm:pt>
    <dgm:pt modelId="{9733EF67-2942-4DB8-9281-258C16516D7C}">
      <dgm:prSet/>
      <dgm:spPr/>
      <dgm:t>
        <a:bodyPr/>
        <a:lstStyle/>
        <a:p>
          <a:r>
            <a:rPr lang="en-US"/>
            <a:t>Real-time notifications for patients and doctors ensure better communication and reduce no-shows.</a:t>
          </a:r>
        </a:p>
      </dgm:t>
    </dgm:pt>
    <dgm:pt modelId="{347F640F-D6D6-4835-8CD0-7B709633AE6B}" type="parTrans" cxnId="{9E7516AD-7C78-4CB8-AF16-EF094E1536C4}">
      <dgm:prSet/>
      <dgm:spPr/>
      <dgm:t>
        <a:bodyPr/>
        <a:lstStyle/>
        <a:p>
          <a:endParaRPr lang="en-US"/>
        </a:p>
      </dgm:t>
    </dgm:pt>
    <dgm:pt modelId="{73FC6030-86CA-4FAD-947E-2E52C3F805D9}" type="sibTrans" cxnId="{9E7516AD-7C78-4CB8-AF16-EF094E1536C4}">
      <dgm:prSet/>
      <dgm:spPr/>
      <dgm:t>
        <a:bodyPr/>
        <a:lstStyle/>
        <a:p>
          <a:endParaRPr lang="en-US"/>
        </a:p>
      </dgm:t>
    </dgm:pt>
    <dgm:pt modelId="{F9C92B67-D68E-4A36-BBCC-54DE04BB0703}">
      <dgm:prSet/>
      <dgm:spPr/>
      <dgm:t>
        <a:bodyPr/>
        <a:lstStyle/>
        <a:p>
          <a:r>
            <a:rPr lang="en-US"/>
            <a:t>Efficient Administration</a:t>
          </a:r>
        </a:p>
      </dgm:t>
    </dgm:pt>
    <dgm:pt modelId="{53652F1D-1611-401F-B9D5-3980AB5B376A}" type="parTrans" cxnId="{F2C48AA2-02E1-48DC-B56E-DC68F1AD13BF}">
      <dgm:prSet/>
      <dgm:spPr/>
      <dgm:t>
        <a:bodyPr/>
        <a:lstStyle/>
        <a:p>
          <a:endParaRPr lang="en-US"/>
        </a:p>
      </dgm:t>
    </dgm:pt>
    <dgm:pt modelId="{1FFCA1C9-1C61-4CD8-BE26-968CD177DC8C}" type="sibTrans" cxnId="{F2C48AA2-02E1-48DC-B56E-DC68F1AD13BF}">
      <dgm:prSet/>
      <dgm:spPr/>
      <dgm:t>
        <a:bodyPr/>
        <a:lstStyle/>
        <a:p>
          <a:endParaRPr lang="en-US"/>
        </a:p>
      </dgm:t>
    </dgm:pt>
    <dgm:pt modelId="{030EC285-BDA7-45B1-B5B5-D09D8AEF3CAB}">
      <dgm:prSet/>
      <dgm:spPr/>
      <dgm:t>
        <a:bodyPr/>
        <a:lstStyle/>
        <a:p>
          <a:r>
            <a:rPr lang="en-US"/>
            <a:t>The clinic’s administrative tasks, including scheduling and patient management, are more efficient and organized.</a:t>
          </a:r>
        </a:p>
      </dgm:t>
    </dgm:pt>
    <dgm:pt modelId="{82D5C1AE-26B2-4168-9ACF-735C5E20B1C0}" type="parTrans" cxnId="{2FE868B9-6CE4-41A6-8133-084821AB34D4}">
      <dgm:prSet/>
      <dgm:spPr/>
      <dgm:t>
        <a:bodyPr/>
        <a:lstStyle/>
        <a:p>
          <a:endParaRPr lang="en-US"/>
        </a:p>
      </dgm:t>
    </dgm:pt>
    <dgm:pt modelId="{02E85B08-173A-4153-BB3F-F11A76F227B2}" type="sibTrans" cxnId="{2FE868B9-6CE4-41A6-8133-084821AB34D4}">
      <dgm:prSet/>
      <dgm:spPr/>
      <dgm:t>
        <a:bodyPr/>
        <a:lstStyle/>
        <a:p>
          <a:endParaRPr lang="en-US"/>
        </a:p>
      </dgm:t>
    </dgm:pt>
    <dgm:pt modelId="{B3B5F120-428A-49DF-A248-8B6B1F5E3CE5}">
      <dgm:prSet/>
      <dgm:spPr/>
      <dgm:t>
        <a:bodyPr/>
        <a:lstStyle/>
        <a:p>
          <a:r>
            <a:rPr lang="en-US"/>
            <a:t>User-Centered Design</a:t>
          </a:r>
        </a:p>
      </dgm:t>
    </dgm:pt>
    <dgm:pt modelId="{51992038-8E97-4866-8089-4F7CFBF7442D}" type="parTrans" cxnId="{B981CD9E-82EF-4F22-8742-DBD4856A2C0B}">
      <dgm:prSet/>
      <dgm:spPr/>
      <dgm:t>
        <a:bodyPr/>
        <a:lstStyle/>
        <a:p>
          <a:endParaRPr lang="en-US"/>
        </a:p>
      </dgm:t>
    </dgm:pt>
    <dgm:pt modelId="{F7C5174E-D74A-47DB-869C-7185F0F3DCA1}" type="sibTrans" cxnId="{B981CD9E-82EF-4F22-8742-DBD4856A2C0B}">
      <dgm:prSet/>
      <dgm:spPr/>
      <dgm:t>
        <a:bodyPr/>
        <a:lstStyle/>
        <a:p>
          <a:endParaRPr lang="en-US"/>
        </a:p>
      </dgm:t>
    </dgm:pt>
    <dgm:pt modelId="{8966F4AC-F32A-46FC-BAAF-9C3190877B60}">
      <dgm:prSet/>
      <dgm:spPr/>
      <dgm:t>
        <a:bodyPr/>
        <a:lstStyle/>
        <a:p>
          <a:r>
            <a:rPr lang="en-US"/>
            <a:t>Designed to be intuitive for both patients and doctors, the system provides a seamless user experience.</a:t>
          </a:r>
        </a:p>
      </dgm:t>
    </dgm:pt>
    <dgm:pt modelId="{AF8A2726-6B7F-4630-A086-6E838CF4AF3D}" type="parTrans" cxnId="{AA3E90C1-D46B-4F75-83AF-9BD879640E10}">
      <dgm:prSet/>
      <dgm:spPr/>
      <dgm:t>
        <a:bodyPr/>
        <a:lstStyle/>
        <a:p>
          <a:endParaRPr lang="en-US"/>
        </a:p>
      </dgm:t>
    </dgm:pt>
    <dgm:pt modelId="{3257D38C-1B70-43DE-980C-1A3EFD3BD329}" type="sibTrans" cxnId="{AA3E90C1-D46B-4F75-83AF-9BD879640E10}">
      <dgm:prSet/>
      <dgm:spPr/>
      <dgm:t>
        <a:bodyPr/>
        <a:lstStyle/>
        <a:p>
          <a:endParaRPr lang="en-US"/>
        </a:p>
      </dgm:t>
    </dgm:pt>
    <dgm:pt modelId="{F90FA2BC-95CD-4A45-A7DE-1AAB6A2C18C9}">
      <dgm:prSet/>
      <dgm:spPr/>
      <dgm:t>
        <a:bodyPr/>
        <a:lstStyle/>
        <a:p>
          <a:r>
            <a:rPr lang="en-US"/>
            <a:t>Lessons Learned:</a:t>
          </a:r>
        </a:p>
      </dgm:t>
    </dgm:pt>
    <dgm:pt modelId="{E29BE176-6C13-4E51-95A6-E785FBF78057}" type="parTrans" cxnId="{862E088D-FCA3-4A9C-9E01-1DDDE3F95C06}">
      <dgm:prSet/>
      <dgm:spPr/>
      <dgm:t>
        <a:bodyPr/>
        <a:lstStyle/>
        <a:p>
          <a:endParaRPr lang="en-US"/>
        </a:p>
      </dgm:t>
    </dgm:pt>
    <dgm:pt modelId="{189A7194-C8A8-4619-9C55-7157EFF5D7D0}" type="sibTrans" cxnId="{862E088D-FCA3-4A9C-9E01-1DDDE3F95C06}">
      <dgm:prSet/>
      <dgm:spPr/>
      <dgm:t>
        <a:bodyPr/>
        <a:lstStyle/>
        <a:p>
          <a:endParaRPr lang="en-US"/>
        </a:p>
      </dgm:t>
    </dgm:pt>
    <dgm:pt modelId="{ED0E9845-54C9-46C5-A6A5-26693D55C156}">
      <dgm:prSet/>
      <dgm:spPr/>
      <dgm:t>
        <a:bodyPr/>
        <a:lstStyle/>
        <a:p>
          <a:r>
            <a:rPr lang="en-US"/>
            <a:t>Importance of Clear Planning: Early-stage planning and role distribution ensured a smooth workflow throughout the project.</a:t>
          </a:r>
        </a:p>
      </dgm:t>
    </dgm:pt>
    <dgm:pt modelId="{1925D71B-0B31-49DD-9073-9C37F431B024}" type="parTrans" cxnId="{9D5B2DF8-64BC-4746-A2EE-C077382D216A}">
      <dgm:prSet/>
      <dgm:spPr/>
      <dgm:t>
        <a:bodyPr/>
        <a:lstStyle/>
        <a:p>
          <a:endParaRPr lang="en-US"/>
        </a:p>
      </dgm:t>
    </dgm:pt>
    <dgm:pt modelId="{BCCDCEF6-7132-4576-A20A-9C6AEB1DD1CF}" type="sibTrans" cxnId="{9D5B2DF8-64BC-4746-A2EE-C077382D216A}">
      <dgm:prSet/>
      <dgm:spPr/>
      <dgm:t>
        <a:bodyPr/>
        <a:lstStyle/>
        <a:p>
          <a:endParaRPr lang="en-US"/>
        </a:p>
      </dgm:t>
    </dgm:pt>
    <dgm:pt modelId="{99693AB5-7F46-4015-AE34-F004A7121379}">
      <dgm:prSet/>
      <dgm:spPr/>
      <dgm:t>
        <a:bodyPr/>
        <a:lstStyle/>
        <a:p>
          <a:r>
            <a:rPr lang="en-US" dirty="0"/>
            <a:t>Real-Time Feedback: Using clinic staff feedback during the development process helped refine the system for real-world use.</a:t>
          </a:r>
        </a:p>
      </dgm:t>
    </dgm:pt>
    <dgm:pt modelId="{EFBD43AF-0CF5-4F75-B015-146C6848F1EC}" type="parTrans" cxnId="{7C62602A-6D2B-4119-80FC-2805FE52B613}">
      <dgm:prSet/>
      <dgm:spPr/>
      <dgm:t>
        <a:bodyPr/>
        <a:lstStyle/>
        <a:p>
          <a:endParaRPr lang="en-US"/>
        </a:p>
      </dgm:t>
    </dgm:pt>
    <dgm:pt modelId="{FAC0B76E-1815-4627-92C3-075216039570}" type="sibTrans" cxnId="{7C62602A-6D2B-4119-80FC-2805FE52B613}">
      <dgm:prSet/>
      <dgm:spPr/>
      <dgm:t>
        <a:bodyPr/>
        <a:lstStyle/>
        <a:p>
          <a:endParaRPr lang="en-US"/>
        </a:p>
      </dgm:t>
    </dgm:pt>
    <dgm:pt modelId="{48D52E72-ED9E-481F-BD2F-06847B5632D4}">
      <dgm:prSet/>
      <dgm:spPr/>
      <dgm:t>
        <a:bodyPr/>
        <a:lstStyle/>
        <a:p>
          <a:r>
            <a:rPr lang="en-US"/>
            <a:t>Collaboration and Communication: Regular team meetings and progress updates were crucial for timely project completion.</a:t>
          </a:r>
        </a:p>
      </dgm:t>
    </dgm:pt>
    <dgm:pt modelId="{1E38B425-1A63-413E-8FD9-40597DE625E4}" type="parTrans" cxnId="{EF3E13A3-AD84-4940-98F4-E059D53F00BF}">
      <dgm:prSet/>
      <dgm:spPr/>
      <dgm:t>
        <a:bodyPr/>
        <a:lstStyle/>
        <a:p>
          <a:endParaRPr lang="en-US"/>
        </a:p>
      </dgm:t>
    </dgm:pt>
    <dgm:pt modelId="{38CBAD92-34DA-414B-8DB2-1E20EF940D83}" type="sibTrans" cxnId="{EF3E13A3-AD84-4940-98F4-E059D53F00BF}">
      <dgm:prSet/>
      <dgm:spPr/>
      <dgm:t>
        <a:bodyPr/>
        <a:lstStyle/>
        <a:p>
          <a:endParaRPr lang="en-US"/>
        </a:p>
      </dgm:t>
    </dgm:pt>
    <dgm:pt modelId="{86AF83DD-444D-41FF-BD57-040A931C0DB7}" type="pres">
      <dgm:prSet presAssocID="{CABF763A-7853-41E2-B96E-4961DFF44A8E}" presName="Name0" presStyleCnt="0">
        <dgm:presLayoutVars>
          <dgm:dir/>
          <dgm:resizeHandles val="exact"/>
        </dgm:presLayoutVars>
      </dgm:prSet>
      <dgm:spPr/>
    </dgm:pt>
    <dgm:pt modelId="{57CDDFE9-7BB7-47C2-A0D7-AAB72D85A6CB}" type="pres">
      <dgm:prSet presAssocID="{2F4A4C3D-FE9B-4E08-A2CE-9073256145C3}" presName="node" presStyleLbl="node1" presStyleIdx="0" presStyleCnt="12">
        <dgm:presLayoutVars>
          <dgm:bulletEnabled val="1"/>
        </dgm:presLayoutVars>
      </dgm:prSet>
      <dgm:spPr/>
    </dgm:pt>
    <dgm:pt modelId="{CB165CD3-B647-4CB0-9FA9-325E4A74E7B1}" type="pres">
      <dgm:prSet presAssocID="{34DC2380-13FA-4F19-A08E-FE58B08BA77D}" presName="sibTrans" presStyleLbl="sibTrans1D1" presStyleIdx="0" presStyleCnt="11"/>
      <dgm:spPr/>
    </dgm:pt>
    <dgm:pt modelId="{7BBAE166-DC18-44C2-9852-A247C71CC5DA}" type="pres">
      <dgm:prSet presAssocID="{34DC2380-13FA-4F19-A08E-FE58B08BA77D}" presName="connectorText" presStyleLbl="sibTrans1D1" presStyleIdx="0" presStyleCnt="11"/>
      <dgm:spPr/>
    </dgm:pt>
    <dgm:pt modelId="{0A9458C5-108B-4F82-B3CC-D29F81E20D50}" type="pres">
      <dgm:prSet presAssocID="{7F120974-1A27-478D-BAAA-4881114D601A}" presName="node" presStyleLbl="node1" presStyleIdx="1" presStyleCnt="12">
        <dgm:presLayoutVars>
          <dgm:bulletEnabled val="1"/>
        </dgm:presLayoutVars>
      </dgm:prSet>
      <dgm:spPr/>
    </dgm:pt>
    <dgm:pt modelId="{147FCA07-5CA5-4D16-A442-FF59ADD77AC0}" type="pres">
      <dgm:prSet presAssocID="{119CC9E3-613B-48C0-8884-FB48D6352A1A}" presName="sibTrans" presStyleLbl="sibTrans1D1" presStyleIdx="1" presStyleCnt="11"/>
      <dgm:spPr/>
    </dgm:pt>
    <dgm:pt modelId="{49DD880E-0A68-462F-AF98-EA05DC1F7F60}" type="pres">
      <dgm:prSet presAssocID="{119CC9E3-613B-48C0-8884-FB48D6352A1A}" presName="connectorText" presStyleLbl="sibTrans1D1" presStyleIdx="1" presStyleCnt="11"/>
      <dgm:spPr/>
    </dgm:pt>
    <dgm:pt modelId="{3EDA99AF-A95D-41EE-AD3C-0CA444AA05FE}" type="pres">
      <dgm:prSet presAssocID="{2F5C9902-FC3C-4FD6-AE2A-BD4C964B738A}" presName="node" presStyleLbl="node1" presStyleIdx="2" presStyleCnt="12">
        <dgm:presLayoutVars>
          <dgm:bulletEnabled val="1"/>
        </dgm:presLayoutVars>
      </dgm:prSet>
      <dgm:spPr/>
    </dgm:pt>
    <dgm:pt modelId="{9A6AD4AC-29FA-4634-BD33-C63E7BE7AEF2}" type="pres">
      <dgm:prSet presAssocID="{740CE725-1B5F-440A-943E-7B6AAB195828}" presName="sibTrans" presStyleLbl="sibTrans1D1" presStyleIdx="2" presStyleCnt="11"/>
      <dgm:spPr/>
    </dgm:pt>
    <dgm:pt modelId="{7E4B35EB-BC03-4D55-8C1C-9425AF4671B1}" type="pres">
      <dgm:prSet presAssocID="{740CE725-1B5F-440A-943E-7B6AAB195828}" presName="connectorText" presStyleLbl="sibTrans1D1" presStyleIdx="2" presStyleCnt="11"/>
      <dgm:spPr/>
    </dgm:pt>
    <dgm:pt modelId="{8C730A2A-7071-490D-A9EE-1C67332F8A96}" type="pres">
      <dgm:prSet presAssocID="{9733EF67-2942-4DB8-9281-258C16516D7C}" presName="node" presStyleLbl="node1" presStyleIdx="3" presStyleCnt="12">
        <dgm:presLayoutVars>
          <dgm:bulletEnabled val="1"/>
        </dgm:presLayoutVars>
      </dgm:prSet>
      <dgm:spPr/>
    </dgm:pt>
    <dgm:pt modelId="{468E8939-A7D8-4BE7-A4EC-1B9BE0590986}" type="pres">
      <dgm:prSet presAssocID="{73FC6030-86CA-4FAD-947E-2E52C3F805D9}" presName="sibTrans" presStyleLbl="sibTrans1D1" presStyleIdx="3" presStyleCnt="11"/>
      <dgm:spPr/>
    </dgm:pt>
    <dgm:pt modelId="{44533CB6-F617-429E-B405-7FE322C96516}" type="pres">
      <dgm:prSet presAssocID="{73FC6030-86CA-4FAD-947E-2E52C3F805D9}" presName="connectorText" presStyleLbl="sibTrans1D1" presStyleIdx="3" presStyleCnt="11"/>
      <dgm:spPr/>
    </dgm:pt>
    <dgm:pt modelId="{60CA369A-C3EC-4F48-AC7E-7EA928A76A75}" type="pres">
      <dgm:prSet presAssocID="{F9C92B67-D68E-4A36-BBCC-54DE04BB0703}" presName="node" presStyleLbl="node1" presStyleIdx="4" presStyleCnt="12">
        <dgm:presLayoutVars>
          <dgm:bulletEnabled val="1"/>
        </dgm:presLayoutVars>
      </dgm:prSet>
      <dgm:spPr/>
    </dgm:pt>
    <dgm:pt modelId="{EBC29582-D90B-48DC-B528-3FEAD7DA3631}" type="pres">
      <dgm:prSet presAssocID="{1FFCA1C9-1C61-4CD8-BE26-968CD177DC8C}" presName="sibTrans" presStyleLbl="sibTrans1D1" presStyleIdx="4" presStyleCnt="11"/>
      <dgm:spPr/>
    </dgm:pt>
    <dgm:pt modelId="{C3321D80-519F-47FA-9381-6A107BCF6856}" type="pres">
      <dgm:prSet presAssocID="{1FFCA1C9-1C61-4CD8-BE26-968CD177DC8C}" presName="connectorText" presStyleLbl="sibTrans1D1" presStyleIdx="4" presStyleCnt="11"/>
      <dgm:spPr/>
    </dgm:pt>
    <dgm:pt modelId="{862EEC47-780D-409F-915D-614B936616E9}" type="pres">
      <dgm:prSet presAssocID="{030EC285-BDA7-45B1-B5B5-D09D8AEF3CAB}" presName="node" presStyleLbl="node1" presStyleIdx="5" presStyleCnt="12">
        <dgm:presLayoutVars>
          <dgm:bulletEnabled val="1"/>
        </dgm:presLayoutVars>
      </dgm:prSet>
      <dgm:spPr/>
    </dgm:pt>
    <dgm:pt modelId="{10D7243A-8F76-4732-8BBA-3E0795EB8CE6}" type="pres">
      <dgm:prSet presAssocID="{02E85B08-173A-4153-BB3F-F11A76F227B2}" presName="sibTrans" presStyleLbl="sibTrans1D1" presStyleIdx="5" presStyleCnt="11"/>
      <dgm:spPr/>
    </dgm:pt>
    <dgm:pt modelId="{6FFF1C4A-A4FC-4000-9EA9-3D0F33584022}" type="pres">
      <dgm:prSet presAssocID="{02E85B08-173A-4153-BB3F-F11A76F227B2}" presName="connectorText" presStyleLbl="sibTrans1D1" presStyleIdx="5" presStyleCnt="11"/>
      <dgm:spPr/>
    </dgm:pt>
    <dgm:pt modelId="{DFAD3D87-EC29-404E-90A8-EE081614F628}" type="pres">
      <dgm:prSet presAssocID="{B3B5F120-428A-49DF-A248-8B6B1F5E3CE5}" presName="node" presStyleLbl="node1" presStyleIdx="6" presStyleCnt="12">
        <dgm:presLayoutVars>
          <dgm:bulletEnabled val="1"/>
        </dgm:presLayoutVars>
      </dgm:prSet>
      <dgm:spPr/>
    </dgm:pt>
    <dgm:pt modelId="{57B45CD4-7425-4AA4-937F-FEC2A3FBA525}" type="pres">
      <dgm:prSet presAssocID="{F7C5174E-D74A-47DB-869C-7185F0F3DCA1}" presName="sibTrans" presStyleLbl="sibTrans1D1" presStyleIdx="6" presStyleCnt="11"/>
      <dgm:spPr/>
    </dgm:pt>
    <dgm:pt modelId="{05A25CBB-403E-4205-9DC6-E26CBF1B584B}" type="pres">
      <dgm:prSet presAssocID="{F7C5174E-D74A-47DB-869C-7185F0F3DCA1}" presName="connectorText" presStyleLbl="sibTrans1D1" presStyleIdx="6" presStyleCnt="11"/>
      <dgm:spPr/>
    </dgm:pt>
    <dgm:pt modelId="{152AD396-4475-439D-95CA-CFA2A8C50ECF}" type="pres">
      <dgm:prSet presAssocID="{8966F4AC-F32A-46FC-BAAF-9C3190877B60}" presName="node" presStyleLbl="node1" presStyleIdx="7" presStyleCnt="12">
        <dgm:presLayoutVars>
          <dgm:bulletEnabled val="1"/>
        </dgm:presLayoutVars>
      </dgm:prSet>
      <dgm:spPr/>
    </dgm:pt>
    <dgm:pt modelId="{6E12BD37-AD46-474F-A31D-9060876D849E}" type="pres">
      <dgm:prSet presAssocID="{3257D38C-1B70-43DE-980C-1A3EFD3BD329}" presName="sibTrans" presStyleLbl="sibTrans1D1" presStyleIdx="7" presStyleCnt="11"/>
      <dgm:spPr/>
    </dgm:pt>
    <dgm:pt modelId="{A432BDD2-1336-4E05-B484-CFC9EC8CBE6E}" type="pres">
      <dgm:prSet presAssocID="{3257D38C-1B70-43DE-980C-1A3EFD3BD329}" presName="connectorText" presStyleLbl="sibTrans1D1" presStyleIdx="7" presStyleCnt="11"/>
      <dgm:spPr/>
    </dgm:pt>
    <dgm:pt modelId="{A511A27D-0CCF-4EB6-B360-4D41359CB0D8}" type="pres">
      <dgm:prSet presAssocID="{F90FA2BC-95CD-4A45-A7DE-1AAB6A2C18C9}" presName="node" presStyleLbl="node1" presStyleIdx="8" presStyleCnt="12">
        <dgm:presLayoutVars>
          <dgm:bulletEnabled val="1"/>
        </dgm:presLayoutVars>
      </dgm:prSet>
      <dgm:spPr/>
    </dgm:pt>
    <dgm:pt modelId="{45EE0308-FCA6-489C-9832-775CF6CEC7F8}" type="pres">
      <dgm:prSet presAssocID="{189A7194-C8A8-4619-9C55-7157EFF5D7D0}" presName="sibTrans" presStyleLbl="sibTrans1D1" presStyleIdx="8" presStyleCnt="11"/>
      <dgm:spPr/>
    </dgm:pt>
    <dgm:pt modelId="{7DA98AD2-9CD0-4724-A050-DDCD48A2B4D3}" type="pres">
      <dgm:prSet presAssocID="{189A7194-C8A8-4619-9C55-7157EFF5D7D0}" presName="connectorText" presStyleLbl="sibTrans1D1" presStyleIdx="8" presStyleCnt="11"/>
      <dgm:spPr/>
    </dgm:pt>
    <dgm:pt modelId="{F2972F77-83E2-4051-9ED3-D5DAF4114EE6}" type="pres">
      <dgm:prSet presAssocID="{ED0E9845-54C9-46C5-A6A5-26693D55C156}" presName="node" presStyleLbl="node1" presStyleIdx="9" presStyleCnt="12">
        <dgm:presLayoutVars>
          <dgm:bulletEnabled val="1"/>
        </dgm:presLayoutVars>
      </dgm:prSet>
      <dgm:spPr/>
    </dgm:pt>
    <dgm:pt modelId="{C463CB09-23A7-4060-9627-CE89A59817A2}" type="pres">
      <dgm:prSet presAssocID="{BCCDCEF6-7132-4576-A20A-9C6AEB1DD1CF}" presName="sibTrans" presStyleLbl="sibTrans1D1" presStyleIdx="9" presStyleCnt="11"/>
      <dgm:spPr/>
    </dgm:pt>
    <dgm:pt modelId="{91181309-D9AF-4A26-92B0-536128F8B437}" type="pres">
      <dgm:prSet presAssocID="{BCCDCEF6-7132-4576-A20A-9C6AEB1DD1CF}" presName="connectorText" presStyleLbl="sibTrans1D1" presStyleIdx="9" presStyleCnt="11"/>
      <dgm:spPr/>
    </dgm:pt>
    <dgm:pt modelId="{5D68C57A-C899-46C6-86A9-5A1B3B63C577}" type="pres">
      <dgm:prSet presAssocID="{99693AB5-7F46-4015-AE34-F004A7121379}" presName="node" presStyleLbl="node1" presStyleIdx="10" presStyleCnt="12" custScaleY="134254">
        <dgm:presLayoutVars>
          <dgm:bulletEnabled val="1"/>
        </dgm:presLayoutVars>
      </dgm:prSet>
      <dgm:spPr/>
    </dgm:pt>
    <dgm:pt modelId="{1A836E7C-89D7-4C31-BDD9-ACD88EB261D3}" type="pres">
      <dgm:prSet presAssocID="{FAC0B76E-1815-4627-92C3-075216039570}" presName="sibTrans" presStyleLbl="sibTrans1D1" presStyleIdx="10" presStyleCnt="11"/>
      <dgm:spPr/>
    </dgm:pt>
    <dgm:pt modelId="{99310DDC-075B-4ADB-AA69-D036517F5CC7}" type="pres">
      <dgm:prSet presAssocID="{FAC0B76E-1815-4627-92C3-075216039570}" presName="connectorText" presStyleLbl="sibTrans1D1" presStyleIdx="10" presStyleCnt="11"/>
      <dgm:spPr/>
    </dgm:pt>
    <dgm:pt modelId="{D114FDCC-1468-4F9F-9888-E0CB455A859A}" type="pres">
      <dgm:prSet presAssocID="{48D52E72-ED9E-481F-BD2F-06847B5632D4}" presName="node" presStyleLbl="node1" presStyleIdx="11" presStyleCnt="12">
        <dgm:presLayoutVars>
          <dgm:bulletEnabled val="1"/>
        </dgm:presLayoutVars>
      </dgm:prSet>
      <dgm:spPr/>
    </dgm:pt>
  </dgm:ptLst>
  <dgm:cxnLst>
    <dgm:cxn modelId="{7B1F9307-8B40-429D-8518-04EF3D47FCD1}" type="presOf" srcId="{34DC2380-13FA-4F19-A08E-FE58B08BA77D}" destId="{CB165CD3-B647-4CB0-9FA9-325E4A74E7B1}" srcOrd="0" destOrd="0" presId="urn:microsoft.com/office/officeart/2016/7/layout/RepeatingBendingProcessNew"/>
    <dgm:cxn modelId="{56BABA18-0EE7-4F95-A628-F599BA586FD2}" type="presOf" srcId="{F7C5174E-D74A-47DB-869C-7185F0F3DCA1}" destId="{05A25CBB-403E-4205-9DC6-E26CBF1B584B}" srcOrd="1" destOrd="0" presId="urn:microsoft.com/office/officeart/2016/7/layout/RepeatingBendingProcessNew"/>
    <dgm:cxn modelId="{925D6B1A-D669-4F89-A618-5AA52DD774A8}" type="presOf" srcId="{34DC2380-13FA-4F19-A08E-FE58B08BA77D}" destId="{7BBAE166-DC18-44C2-9852-A247C71CC5DA}" srcOrd="1" destOrd="0" presId="urn:microsoft.com/office/officeart/2016/7/layout/RepeatingBendingProcessNew"/>
    <dgm:cxn modelId="{9AC16D1A-3522-40D4-BEEC-46E842B1C3F5}" type="presOf" srcId="{CABF763A-7853-41E2-B96E-4961DFF44A8E}" destId="{86AF83DD-444D-41FF-BD57-040A931C0DB7}" srcOrd="0" destOrd="0" presId="urn:microsoft.com/office/officeart/2016/7/layout/RepeatingBendingProcessNew"/>
    <dgm:cxn modelId="{7C62602A-6D2B-4119-80FC-2805FE52B613}" srcId="{CABF763A-7853-41E2-B96E-4961DFF44A8E}" destId="{99693AB5-7F46-4015-AE34-F004A7121379}" srcOrd="10" destOrd="0" parTransId="{EFBD43AF-0CF5-4F75-B015-146C6848F1EC}" sibTransId="{FAC0B76E-1815-4627-92C3-075216039570}"/>
    <dgm:cxn modelId="{ABC0942A-5686-4B19-B32C-DE0BE877410D}" type="presOf" srcId="{8966F4AC-F32A-46FC-BAAF-9C3190877B60}" destId="{152AD396-4475-439D-95CA-CFA2A8C50ECF}" srcOrd="0" destOrd="0" presId="urn:microsoft.com/office/officeart/2016/7/layout/RepeatingBendingProcessNew"/>
    <dgm:cxn modelId="{52F35A34-67C3-4B9B-B8AE-2EECB1095F6B}" type="presOf" srcId="{73FC6030-86CA-4FAD-947E-2E52C3F805D9}" destId="{44533CB6-F617-429E-B405-7FE322C96516}" srcOrd="1" destOrd="0" presId="urn:microsoft.com/office/officeart/2016/7/layout/RepeatingBendingProcessNew"/>
    <dgm:cxn modelId="{2C53263B-639F-42B5-9A61-781DDF790BF3}" type="presOf" srcId="{F9C92B67-D68E-4A36-BBCC-54DE04BB0703}" destId="{60CA369A-C3EC-4F48-AC7E-7EA928A76A75}" srcOrd="0" destOrd="0" presId="urn:microsoft.com/office/officeart/2016/7/layout/RepeatingBendingProcessNew"/>
    <dgm:cxn modelId="{8EAD863B-140D-4D16-B358-7E67972908F4}" type="presOf" srcId="{FAC0B76E-1815-4627-92C3-075216039570}" destId="{99310DDC-075B-4ADB-AA69-D036517F5CC7}" srcOrd="1" destOrd="0" presId="urn:microsoft.com/office/officeart/2016/7/layout/RepeatingBendingProcessNew"/>
    <dgm:cxn modelId="{B4FD433F-6BA2-4BCE-8F19-CE31F9684795}" type="presOf" srcId="{3257D38C-1B70-43DE-980C-1A3EFD3BD329}" destId="{6E12BD37-AD46-474F-A31D-9060876D849E}" srcOrd="0" destOrd="0" presId="urn:microsoft.com/office/officeart/2016/7/layout/RepeatingBendingProcessNew"/>
    <dgm:cxn modelId="{33D6B369-1B9E-44A8-95AA-9BDC30465976}" type="presOf" srcId="{99693AB5-7F46-4015-AE34-F004A7121379}" destId="{5D68C57A-C899-46C6-86A9-5A1B3B63C577}" srcOrd="0" destOrd="0" presId="urn:microsoft.com/office/officeart/2016/7/layout/RepeatingBendingProcessNew"/>
    <dgm:cxn modelId="{E87E0E6A-B111-4567-BD46-DED7F750E65B}" type="presOf" srcId="{BCCDCEF6-7132-4576-A20A-9C6AEB1DD1CF}" destId="{C463CB09-23A7-4060-9627-CE89A59817A2}" srcOrd="0" destOrd="0" presId="urn:microsoft.com/office/officeart/2016/7/layout/RepeatingBendingProcessNew"/>
    <dgm:cxn modelId="{084D084E-96F7-4343-81AE-05F297F6812E}" type="presOf" srcId="{2F4A4C3D-FE9B-4E08-A2CE-9073256145C3}" destId="{57CDDFE9-7BB7-47C2-A0D7-AAB72D85A6CB}" srcOrd="0" destOrd="0" presId="urn:microsoft.com/office/officeart/2016/7/layout/RepeatingBendingProcessNew"/>
    <dgm:cxn modelId="{82A8016F-3A0D-4B4A-85A1-97D06FF57384}" type="presOf" srcId="{189A7194-C8A8-4619-9C55-7157EFF5D7D0}" destId="{7DA98AD2-9CD0-4724-A050-DDCD48A2B4D3}" srcOrd="1" destOrd="0" presId="urn:microsoft.com/office/officeart/2016/7/layout/RepeatingBendingProcessNew"/>
    <dgm:cxn modelId="{1775D86F-18A8-4888-84D3-B7F651278FAB}" type="presOf" srcId="{F90FA2BC-95CD-4A45-A7DE-1AAB6A2C18C9}" destId="{A511A27D-0CCF-4EB6-B360-4D41359CB0D8}" srcOrd="0" destOrd="0" presId="urn:microsoft.com/office/officeart/2016/7/layout/RepeatingBendingProcessNew"/>
    <dgm:cxn modelId="{5B24BC70-000B-43A4-BCAE-7300AE579A88}" srcId="{CABF763A-7853-41E2-B96E-4961DFF44A8E}" destId="{2F5C9902-FC3C-4FD6-AE2A-BD4C964B738A}" srcOrd="2" destOrd="0" parTransId="{61859E05-3310-4585-A685-B311C109DC5D}" sibTransId="{740CE725-1B5F-440A-943E-7B6AAB195828}"/>
    <dgm:cxn modelId="{1DDE0256-AE65-440B-89B2-3BDDB68942AA}" type="presOf" srcId="{189A7194-C8A8-4619-9C55-7157EFF5D7D0}" destId="{45EE0308-FCA6-489C-9832-775CF6CEC7F8}" srcOrd="0" destOrd="0" presId="urn:microsoft.com/office/officeart/2016/7/layout/RepeatingBendingProcessNew"/>
    <dgm:cxn modelId="{3F199F78-3E0C-4304-94B1-269BCF2C2A3F}" type="presOf" srcId="{BCCDCEF6-7132-4576-A20A-9C6AEB1DD1CF}" destId="{91181309-D9AF-4A26-92B0-536128F8B437}" srcOrd="1" destOrd="0" presId="urn:microsoft.com/office/officeart/2016/7/layout/RepeatingBendingProcessNew"/>
    <dgm:cxn modelId="{FF16A859-095F-4DAB-ACD5-D29178B5DF6D}" type="presOf" srcId="{02E85B08-173A-4153-BB3F-F11A76F227B2}" destId="{10D7243A-8F76-4732-8BBA-3E0795EB8CE6}" srcOrd="0" destOrd="0" presId="urn:microsoft.com/office/officeart/2016/7/layout/RepeatingBendingProcessNew"/>
    <dgm:cxn modelId="{9B68865A-762B-410A-9EA4-511C25672B5D}" type="presOf" srcId="{48D52E72-ED9E-481F-BD2F-06847B5632D4}" destId="{D114FDCC-1468-4F9F-9888-E0CB455A859A}" srcOrd="0" destOrd="0" presId="urn:microsoft.com/office/officeart/2016/7/layout/RepeatingBendingProcessNew"/>
    <dgm:cxn modelId="{B026A67F-599B-44CF-8C98-0D0A962431B9}" type="presOf" srcId="{030EC285-BDA7-45B1-B5B5-D09D8AEF3CAB}" destId="{862EEC47-780D-409F-915D-614B936616E9}" srcOrd="0" destOrd="0" presId="urn:microsoft.com/office/officeart/2016/7/layout/RepeatingBendingProcessNew"/>
    <dgm:cxn modelId="{A2279483-5A29-47C0-BABF-86C0B32743F5}" type="presOf" srcId="{7F120974-1A27-478D-BAAA-4881114D601A}" destId="{0A9458C5-108B-4F82-B3CC-D29F81E20D50}" srcOrd="0" destOrd="0" presId="urn:microsoft.com/office/officeart/2016/7/layout/RepeatingBendingProcessNew"/>
    <dgm:cxn modelId="{EA1A6E85-B439-49FA-961A-A38F31B69E0D}" type="presOf" srcId="{1FFCA1C9-1C61-4CD8-BE26-968CD177DC8C}" destId="{EBC29582-D90B-48DC-B528-3FEAD7DA3631}" srcOrd="0" destOrd="0" presId="urn:microsoft.com/office/officeart/2016/7/layout/RepeatingBendingProcessNew"/>
    <dgm:cxn modelId="{8B987D85-02E6-406E-A920-DF4B8348A630}" type="presOf" srcId="{9733EF67-2942-4DB8-9281-258C16516D7C}" destId="{8C730A2A-7071-490D-A9EE-1C67332F8A96}" srcOrd="0" destOrd="0" presId="urn:microsoft.com/office/officeart/2016/7/layout/RepeatingBendingProcessNew"/>
    <dgm:cxn modelId="{309F9088-6B3B-4A34-B1DD-01D883AA9FD9}" type="presOf" srcId="{740CE725-1B5F-440A-943E-7B6AAB195828}" destId="{9A6AD4AC-29FA-4634-BD33-C63E7BE7AEF2}" srcOrd="0" destOrd="0" presId="urn:microsoft.com/office/officeart/2016/7/layout/RepeatingBendingProcessNew"/>
    <dgm:cxn modelId="{6ECDD58B-78AD-48ED-BAD7-067005A74B84}" type="presOf" srcId="{B3B5F120-428A-49DF-A248-8B6B1F5E3CE5}" destId="{DFAD3D87-EC29-404E-90A8-EE081614F628}" srcOrd="0" destOrd="0" presId="urn:microsoft.com/office/officeart/2016/7/layout/RepeatingBendingProcessNew"/>
    <dgm:cxn modelId="{862E088D-FCA3-4A9C-9E01-1DDDE3F95C06}" srcId="{CABF763A-7853-41E2-B96E-4961DFF44A8E}" destId="{F90FA2BC-95CD-4A45-A7DE-1AAB6A2C18C9}" srcOrd="8" destOrd="0" parTransId="{E29BE176-6C13-4E51-95A6-E785FBF78057}" sibTransId="{189A7194-C8A8-4619-9C55-7157EFF5D7D0}"/>
    <dgm:cxn modelId="{B981CD9E-82EF-4F22-8742-DBD4856A2C0B}" srcId="{CABF763A-7853-41E2-B96E-4961DFF44A8E}" destId="{B3B5F120-428A-49DF-A248-8B6B1F5E3CE5}" srcOrd="6" destOrd="0" parTransId="{51992038-8E97-4866-8089-4F7CFBF7442D}" sibTransId="{F7C5174E-D74A-47DB-869C-7185F0F3DCA1}"/>
    <dgm:cxn modelId="{BBC7CEA1-84E0-46E6-9819-B72B35BE22B2}" type="presOf" srcId="{119CC9E3-613B-48C0-8884-FB48D6352A1A}" destId="{49DD880E-0A68-462F-AF98-EA05DC1F7F60}" srcOrd="1" destOrd="0" presId="urn:microsoft.com/office/officeart/2016/7/layout/RepeatingBendingProcessNew"/>
    <dgm:cxn modelId="{F2C48AA2-02E1-48DC-B56E-DC68F1AD13BF}" srcId="{CABF763A-7853-41E2-B96E-4961DFF44A8E}" destId="{F9C92B67-D68E-4A36-BBCC-54DE04BB0703}" srcOrd="4" destOrd="0" parTransId="{53652F1D-1611-401F-B9D5-3980AB5B376A}" sibTransId="{1FFCA1C9-1C61-4CD8-BE26-968CD177DC8C}"/>
    <dgm:cxn modelId="{EF3E13A3-AD84-4940-98F4-E059D53F00BF}" srcId="{CABF763A-7853-41E2-B96E-4961DFF44A8E}" destId="{48D52E72-ED9E-481F-BD2F-06847B5632D4}" srcOrd="11" destOrd="0" parTransId="{1E38B425-1A63-413E-8FD9-40597DE625E4}" sibTransId="{38CBAD92-34DA-414B-8DB2-1E20EF940D83}"/>
    <dgm:cxn modelId="{9F8414A3-F382-44F8-9DFA-851E2A9CFF22}" type="presOf" srcId="{119CC9E3-613B-48C0-8884-FB48D6352A1A}" destId="{147FCA07-5CA5-4D16-A442-FF59ADD77AC0}" srcOrd="0" destOrd="0" presId="urn:microsoft.com/office/officeart/2016/7/layout/RepeatingBendingProcessNew"/>
    <dgm:cxn modelId="{CC81C7A8-A64F-49AE-9302-0BA94ACCE3AF}" srcId="{CABF763A-7853-41E2-B96E-4961DFF44A8E}" destId="{2F4A4C3D-FE9B-4E08-A2CE-9073256145C3}" srcOrd="0" destOrd="0" parTransId="{D4FDB9C5-EB8F-49E5-8456-CBC2629F4B9B}" sibTransId="{34DC2380-13FA-4F19-A08E-FE58B08BA77D}"/>
    <dgm:cxn modelId="{9E7516AD-7C78-4CB8-AF16-EF094E1536C4}" srcId="{CABF763A-7853-41E2-B96E-4961DFF44A8E}" destId="{9733EF67-2942-4DB8-9281-258C16516D7C}" srcOrd="3" destOrd="0" parTransId="{347F640F-D6D6-4835-8CD0-7B709633AE6B}" sibTransId="{73FC6030-86CA-4FAD-947E-2E52C3F805D9}"/>
    <dgm:cxn modelId="{F73CB0B3-1FAF-473A-8407-17AFA369C09D}" type="presOf" srcId="{F7C5174E-D74A-47DB-869C-7185F0F3DCA1}" destId="{57B45CD4-7425-4AA4-937F-FEC2A3FBA525}" srcOrd="0" destOrd="0" presId="urn:microsoft.com/office/officeart/2016/7/layout/RepeatingBendingProcessNew"/>
    <dgm:cxn modelId="{D982BBB7-C84B-4DC0-86DD-E36264BC92BF}" type="presOf" srcId="{2F5C9902-FC3C-4FD6-AE2A-BD4C964B738A}" destId="{3EDA99AF-A95D-41EE-AD3C-0CA444AA05FE}" srcOrd="0" destOrd="0" presId="urn:microsoft.com/office/officeart/2016/7/layout/RepeatingBendingProcessNew"/>
    <dgm:cxn modelId="{2FE868B9-6CE4-41A6-8133-084821AB34D4}" srcId="{CABF763A-7853-41E2-B96E-4961DFF44A8E}" destId="{030EC285-BDA7-45B1-B5B5-D09D8AEF3CAB}" srcOrd="5" destOrd="0" parTransId="{82D5C1AE-26B2-4168-9ACF-735C5E20B1C0}" sibTransId="{02E85B08-173A-4153-BB3F-F11A76F227B2}"/>
    <dgm:cxn modelId="{D0C39AB9-B1E3-42FE-8DED-E9D0ACDD6E26}" type="presOf" srcId="{FAC0B76E-1815-4627-92C3-075216039570}" destId="{1A836E7C-89D7-4C31-BDD9-ACD88EB261D3}" srcOrd="0" destOrd="0" presId="urn:microsoft.com/office/officeart/2016/7/layout/RepeatingBendingProcessNew"/>
    <dgm:cxn modelId="{AA3E90C1-D46B-4F75-83AF-9BD879640E10}" srcId="{CABF763A-7853-41E2-B96E-4961DFF44A8E}" destId="{8966F4AC-F32A-46FC-BAAF-9C3190877B60}" srcOrd="7" destOrd="0" parTransId="{AF8A2726-6B7F-4630-A086-6E838CF4AF3D}" sibTransId="{3257D38C-1B70-43DE-980C-1A3EFD3BD329}"/>
    <dgm:cxn modelId="{29E390C3-83BF-40C9-96DE-F5A91341344D}" type="presOf" srcId="{3257D38C-1B70-43DE-980C-1A3EFD3BD329}" destId="{A432BDD2-1336-4E05-B484-CFC9EC8CBE6E}" srcOrd="1" destOrd="0" presId="urn:microsoft.com/office/officeart/2016/7/layout/RepeatingBendingProcessNew"/>
    <dgm:cxn modelId="{E4FEA2C5-24DA-4392-A68D-65DB1111FDA6}" type="presOf" srcId="{ED0E9845-54C9-46C5-A6A5-26693D55C156}" destId="{F2972F77-83E2-4051-9ED3-D5DAF4114EE6}" srcOrd="0" destOrd="0" presId="urn:microsoft.com/office/officeart/2016/7/layout/RepeatingBendingProcessNew"/>
    <dgm:cxn modelId="{801DF7C8-4772-4945-B413-B87AC2DE70DF}" srcId="{CABF763A-7853-41E2-B96E-4961DFF44A8E}" destId="{7F120974-1A27-478D-BAAA-4881114D601A}" srcOrd="1" destOrd="0" parTransId="{27511B70-C61D-40AB-AB6B-607896D75CB5}" sibTransId="{119CC9E3-613B-48C0-8884-FB48D6352A1A}"/>
    <dgm:cxn modelId="{C9C693CE-ED08-4708-BE91-D6BC5EDEA62D}" type="presOf" srcId="{740CE725-1B5F-440A-943E-7B6AAB195828}" destId="{7E4B35EB-BC03-4D55-8C1C-9425AF4671B1}" srcOrd="1" destOrd="0" presId="urn:microsoft.com/office/officeart/2016/7/layout/RepeatingBendingProcessNew"/>
    <dgm:cxn modelId="{D191F5E3-0BB1-42C0-89E7-3CC85A5101E7}" type="presOf" srcId="{73FC6030-86CA-4FAD-947E-2E52C3F805D9}" destId="{468E8939-A7D8-4BE7-A4EC-1B9BE0590986}" srcOrd="0" destOrd="0" presId="urn:microsoft.com/office/officeart/2016/7/layout/RepeatingBendingProcessNew"/>
    <dgm:cxn modelId="{721233EF-E622-4DF6-BF65-22269C6B19D4}" type="presOf" srcId="{02E85B08-173A-4153-BB3F-F11A76F227B2}" destId="{6FFF1C4A-A4FC-4000-9EA9-3D0F33584022}" srcOrd="1" destOrd="0" presId="urn:microsoft.com/office/officeart/2016/7/layout/RepeatingBendingProcessNew"/>
    <dgm:cxn modelId="{0300BFF6-7676-4182-83B0-CF305857EB0E}" type="presOf" srcId="{1FFCA1C9-1C61-4CD8-BE26-968CD177DC8C}" destId="{C3321D80-519F-47FA-9381-6A107BCF6856}" srcOrd="1" destOrd="0" presId="urn:microsoft.com/office/officeart/2016/7/layout/RepeatingBendingProcessNew"/>
    <dgm:cxn modelId="{9D5B2DF8-64BC-4746-A2EE-C077382D216A}" srcId="{CABF763A-7853-41E2-B96E-4961DFF44A8E}" destId="{ED0E9845-54C9-46C5-A6A5-26693D55C156}" srcOrd="9" destOrd="0" parTransId="{1925D71B-0B31-49DD-9073-9C37F431B024}" sibTransId="{BCCDCEF6-7132-4576-A20A-9C6AEB1DD1CF}"/>
    <dgm:cxn modelId="{AD3F4DEE-CD92-45D9-A2C9-97EBA9A0DA95}" type="presParOf" srcId="{86AF83DD-444D-41FF-BD57-040A931C0DB7}" destId="{57CDDFE9-7BB7-47C2-A0D7-AAB72D85A6CB}" srcOrd="0" destOrd="0" presId="urn:microsoft.com/office/officeart/2016/7/layout/RepeatingBendingProcessNew"/>
    <dgm:cxn modelId="{9C5EBA29-C53A-4601-B1ED-5F22F386BF43}" type="presParOf" srcId="{86AF83DD-444D-41FF-BD57-040A931C0DB7}" destId="{CB165CD3-B647-4CB0-9FA9-325E4A74E7B1}" srcOrd="1" destOrd="0" presId="urn:microsoft.com/office/officeart/2016/7/layout/RepeatingBendingProcessNew"/>
    <dgm:cxn modelId="{E43B3D9E-FCE2-4AE5-B44C-86DE75F27161}" type="presParOf" srcId="{CB165CD3-B647-4CB0-9FA9-325E4A74E7B1}" destId="{7BBAE166-DC18-44C2-9852-A247C71CC5DA}" srcOrd="0" destOrd="0" presId="urn:microsoft.com/office/officeart/2016/7/layout/RepeatingBendingProcessNew"/>
    <dgm:cxn modelId="{08866D50-EC8A-4D03-8D40-E477D6B93BA3}" type="presParOf" srcId="{86AF83DD-444D-41FF-BD57-040A931C0DB7}" destId="{0A9458C5-108B-4F82-B3CC-D29F81E20D50}" srcOrd="2" destOrd="0" presId="urn:microsoft.com/office/officeart/2016/7/layout/RepeatingBendingProcessNew"/>
    <dgm:cxn modelId="{E376807F-BC5E-4838-AC45-1B93FE333DDE}" type="presParOf" srcId="{86AF83DD-444D-41FF-BD57-040A931C0DB7}" destId="{147FCA07-5CA5-4D16-A442-FF59ADD77AC0}" srcOrd="3" destOrd="0" presId="urn:microsoft.com/office/officeart/2016/7/layout/RepeatingBendingProcessNew"/>
    <dgm:cxn modelId="{16F10AC0-B8FE-4EFC-BED8-A7A4EF2AD106}" type="presParOf" srcId="{147FCA07-5CA5-4D16-A442-FF59ADD77AC0}" destId="{49DD880E-0A68-462F-AF98-EA05DC1F7F60}" srcOrd="0" destOrd="0" presId="urn:microsoft.com/office/officeart/2016/7/layout/RepeatingBendingProcessNew"/>
    <dgm:cxn modelId="{9DFA7C4B-77B5-4D72-A819-33E05E3D2D7A}" type="presParOf" srcId="{86AF83DD-444D-41FF-BD57-040A931C0DB7}" destId="{3EDA99AF-A95D-41EE-AD3C-0CA444AA05FE}" srcOrd="4" destOrd="0" presId="urn:microsoft.com/office/officeart/2016/7/layout/RepeatingBendingProcessNew"/>
    <dgm:cxn modelId="{C1211AFC-C043-4D7A-9522-BF9B6730A15E}" type="presParOf" srcId="{86AF83DD-444D-41FF-BD57-040A931C0DB7}" destId="{9A6AD4AC-29FA-4634-BD33-C63E7BE7AEF2}" srcOrd="5" destOrd="0" presId="urn:microsoft.com/office/officeart/2016/7/layout/RepeatingBendingProcessNew"/>
    <dgm:cxn modelId="{E99F443E-01DD-4F76-9B72-9CA36C68E5E2}" type="presParOf" srcId="{9A6AD4AC-29FA-4634-BD33-C63E7BE7AEF2}" destId="{7E4B35EB-BC03-4D55-8C1C-9425AF4671B1}" srcOrd="0" destOrd="0" presId="urn:microsoft.com/office/officeart/2016/7/layout/RepeatingBendingProcessNew"/>
    <dgm:cxn modelId="{11B68513-AD8B-4798-AE07-452AC9522481}" type="presParOf" srcId="{86AF83DD-444D-41FF-BD57-040A931C0DB7}" destId="{8C730A2A-7071-490D-A9EE-1C67332F8A96}" srcOrd="6" destOrd="0" presId="urn:microsoft.com/office/officeart/2016/7/layout/RepeatingBendingProcessNew"/>
    <dgm:cxn modelId="{48C6C64A-41D0-4A53-8F46-C0F724498ABD}" type="presParOf" srcId="{86AF83DD-444D-41FF-BD57-040A931C0DB7}" destId="{468E8939-A7D8-4BE7-A4EC-1B9BE0590986}" srcOrd="7" destOrd="0" presId="urn:microsoft.com/office/officeart/2016/7/layout/RepeatingBendingProcessNew"/>
    <dgm:cxn modelId="{8F607E2A-8BCD-40CC-B8A5-7D6F2A3B32EA}" type="presParOf" srcId="{468E8939-A7D8-4BE7-A4EC-1B9BE0590986}" destId="{44533CB6-F617-429E-B405-7FE322C96516}" srcOrd="0" destOrd="0" presId="urn:microsoft.com/office/officeart/2016/7/layout/RepeatingBendingProcessNew"/>
    <dgm:cxn modelId="{04701967-0A17-4D30-A2F7-FC6775D3A922}" type="presParOf" srcId="{86AF83DD-444D-41FF-BD57-040A931C0DB7}" destId="{60CA369A-C3EC-4F48-AC7E-7EA928A76A75}" srcOrd="8" destOrd="0" presId="urn:microsoft.com/office/officeart/2016/7/layout/RepeatingBendingProcessNew"/>
    <dgm:cxn modelId="{61B9BB73-1ACB-4B3F-B655-7BEF50EFAE6A}" type="presParOf" srcId="{86AF83DD-444D-41FF-BD57-040A931C0DB7}" destId="{EBC29582-D90B-48DC-B528-3FEAD7DA3631}" srcOrd="9" destOrd="0" presId="urn:microsoft.com/office/officeart/2016/7/layout/RepeatingBendingProcessNew"/>
    <dgm:cxn modelId="{D0A6C165-6939-4A5D-A4CC-F8DD678FA311}" type="presParOf" srcId="{EBC29582-D90B-48DC-B528-3FEAD7DA3631}" destId="{C3321D80-519F-47FA-9381-6A107BCF6856}" srcOrd="0" destOrd="0" presId="urn:microsoft.com/office/officeart/2016/7/layout/RepeatingBendingProcessNew"/>
    <dgm:cxn modelId="{0FF0C5DB-D31F-43E5-B6A2-D8822EEDDE25}" type="presParOf" srcId="{86AF83DD-444D-41FF-BD57-040A931C0DB7}" destId="{862EEC47-780D-409F-915D-614B936616E9}" srcOrd="10" destOrd="0" presId="urn:microsoft.com/office/officeart/2016/7/layout/RepeatingBendingProcessNew"/>
    <dgm:cxn modelId="{2F3F660F-98B1-4CC1-8249-AA5B7090B244}" type="presParOf" srcId="{86AF83DD-444D-41FF-BD57-040A931C0DB7}" destId="{10D7243A-8F76-4732-8BBA-3E0795EB8CE6}" srcOrd="11" destOrd="0" presId="urn:microsoft.com/office/officeart/2016/7/layout/RepeatingBendingProcessNew"/>
    <dgm:cxn modelId="{97D14E04-4FAA-4273-8697-ADB650EB856F}" type="presParOf" srcId="{10D7243A-8F76-4732-8BBA-3E0795EB8CE6}" destId="{6FFF1C4A-A4FC-4000-9EA9-3D0F33584022}" srcOrd="0" destOrd="0" presId="urn:microsoft.com/office/officeart/2016/7/layout/RepeatingBendingProcessNew"/>
    <dgm:cxn modelId="{104415AD-B6F0-42D7-9BA6-FF22B069390C}" type="presParOf" srcId="{86AF83DD-444D-41FF-BD57-040A931C0DB7}" destId="{DFAD3D87-EC29-404E-90A8-EE081614F628}" srcOrd="12" destOrd="0" presId="urn:microsoft.com/office/officeart/2016/7/layout/RepeatingBendingProcessNew"/>
    <dgm:cxn modelId="{84835B0C-FE41-4A93-BBB8-BC6268C48F0B}" type="presParOf" srcId="{86AF83DD-444D-41FF-BD57-040A931C0DB7}" destId="{57B45CD4-7425-4AA4-937F-FEC2A3FBA525}" srcOrd="13" destOrd="0" presId="urn:microsoft.com/office/officeart/2016/7/layout/RepeatingBendingProcessNew"/>
    <dgm:cxn modelId="{4AEAE61A-86CE-4CC3-8687-198B4AF1302B}" type="presParOf" srcId="{57B45CD4-7425-4AA4-937F-FEC2A3FBA525}" destId="{05A25CBB-403E-4205-9DC6-E26CBF1B584B}" srcOrd="0" destOrd="0" presId="urn:microsoft.com/office/officeart/2016/7/layout/RepeatingBendingProcessNew"/>
    <dgm:cxn modelId="{47D6D3A8-50E9-4946-9E84-9A83E13A18A5}" type="presParOf" srcId="{86AF83DD-444D-41FF-BD57-040A931C0DB7}" destId="{152AD396-4475-439D-95CA-CFA2A8C50ECF}" srcOrd="14" destOrd="0" presId="urn:microsoft.com/office/officeart/2016/7/layout/RepeatingBendingProcessNew"/>
    <dgm:cxn modelId="{C421E237-5C34-4465-8E17-C4301DD56DE5}" type="presParOf" srcId="{86AF83DD-444D-41FF-BD57-040A931C0DB7}" destId="{6E12BD37-AD46-474F-A31D-9060876D849E}" srcOrd="15" destOrd="0" presId="urn:microsoft.com/office/officeart/2016/7/layout/RepeatingBendingProcessNew"/>
    <dgm:cxn modelId="{EA608713-63BD-461F-8686-7BD0BCB9F542}" type="presParOf" srcId="{6E12BD37-AD46-474F-A31D-9060876D849E}" destId="{A432BDD2-1336-4E05-B484-CFC9EC8CBE6E}" srcOrd="0" destOrd="0" presId="urn:microsoft.com/office/officeart/2016/7/layout/RepeatingBendingProcessNew"/>
    <dgm:cxn modelId="{90B8D976-7F2C-450A-8876-5A050EA52C51}" type="presParOf" srcId="{86AF83DD-444D-41FF-BD57-040A931C0DB7}" destId="{A511A27D-0CCF-4EB6-B360-4D41359CB0D8}" srcOrd="16" destOrd="0" presId="urn:microsoft.com/office/officeart/2016/7/layout/RepeatingBendingProcessNew"/>
    <dgm:cxn modelId="{F276D94C-A5A3-4CDA-94A4-8D92A8B2043C}" type="presParOf" srcId="{86AF83DD-444D-41FF-BD57-040A931C0DB7}" destId="{45EE0308-FCA6-489C-9832-775CF6CEC7F8}" srcOrd="17" destOrd="0" presId="urn:microsoft.com/office/officeart/2016/7/layout/RepeatingBendingProcessNew"/>
    <dgm:cxn modelId="{19A02F7B-BB7A-474B-813E-309E2694ADD2}" type="presParOf" srcId="{45EE0308-FCA6-489C-9832-775CF6CEC7F8}" destId="{7DA98AD2-9CD0-4724-A050-DDCD48A2B4D3}" srcOrd="0" destOrd="0" presId="urn:microsoft.com/office/officeart/2016/7/layout/RepeatingBendingProcessNew"/>
    <dgm:cxn modelId="{B31163CC-A681-4358-A601-563979452A36}" type="presParOf" srcId="{86AF83DD-444D-41FF-BD57-040A931C0DB7}" destId="{F2972F77-83E2-4051-9ED3-D5DAF4114EE6}" srcOrd="18" destOrd="0" presId="urn:microsoft.com/office/officeart/2016/7/layout/RepeatingBendingProcessNew"/>
    <dgm:cxn modelId="{6AC3A476-E4E5-4D57-B028-85A43827845B}" type="presParOf" srcId="{86AF83DD-444D-41FF-BD57-040A931C0DB7}" destId="{C463CB09-23A7-4060-9627-CE89A59817A2}" srcOrd="19" destOrd="0" presId="urn:microsoft.com/office/officeart/2016/7/layout/RepeatingBendingProcessNew"/>
    <dgm:cxn modelId="{6690CA9F-5A8A-424C-B03F-2C21D08D133A}" type="presParOf" srcId="{C463CB09-23A7-4060-9627-CE89A59817A2}" destId="{91181309-D9AF-4A26-92B0-536128F8B437}" srcOrd="0" destOrd="0" presId="urn:microsoft.com/office/officeart/2016/7/layout/RepeatingBendingProcessNew"/>
    <dgm:cxn modelId="{01ED1801-4B8B-4B4D-9955-825D3FE5A49C}" type="presParOf" srcId="{86AF83DD-444D-41FF-BD57-040A931C0DB7}" destId="{5D68C57A-C899-46C6-86A9-5A1B3B63C577}" srcOrd="20" destOrd="0" presId="urn:microsoft.com/office/officeart/2016/7/layout/RepeatingBendingProcessNew"/>
    <dgm:cxn modelId="{27BAEDB0-2232-4C48-87B1-8262B450EF71}" type="presParOf" srcId="{86AF83DD-444D-41FF-BD57-040A931C0DB7}" destId="{1A836E7C-89D7-4C31-BDD9-ACD88EB261D3}" srcOrd="21" destOrd="0" presId="urn:microsoft.com/office/officeart/2016/7/layout/RepeatingBendingProcessNew"/>
    <dgm:cxn modelId="{C6653511-23E8-42F4-B6F3-6041999C88F5}" type="presParOf" srcId="{1A836E7C-89D7-4C31-BDD9-ACD88EB261D3}" destId="{99310DDC-075B-4ADB-AA69-D036517F5CC7}" srcOrd="0" destOrd="0" presId="urn:microsoft.com/office/officeart/2016/7/layout/RepeatingBendingProcessNew"/>
    <dgm:cxn modelId="{D8D8A21A-1AD6-4C43-B2CA-5CFD5F49729D}" type="presParOf" srcId="{86AF83DD-444D-41FF-BD57-040A931C0DB7}" destId="{D114FDCC-1468-4F9F-9888-E0CB455A859A}" srcOrd="2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BAA194-C16F-49DF-A2B2-6C2DBB24A124}">
      <dsp:nvSpPr>
        <dsp:cNvPr id="0" name=""/>
        <dsp:cNvSpPr/>
      </dsp:nvSpPr>
      <dsp:spPr>
        <a:xfrm>
          <a:off x="267180" y="266540"/>
          <a:ext cx="435058" cy="4350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0CC438-9320-4EB2-8189-D5B87A1E345D}">
      <dsp:nvSpPr>
        <dsp:cNvPr id="0" name=""/>
        <dsp:cNvSpPr/>
      </dsp:nvSpPr>
      <dsp:spPr>
        <a:xfrm>
          <a:off x="1311" y="848587"/>
          <a:ext cx="966796" cy="38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main goal is to make a system where:</a:t>
          </a:r>
        </a:p>
      </dsp:txBody>
      <dsp:txXfrm>
        <a:off x="1311" y="848587"/>
        <a:ext cx="966796" cy="386718"/>
      </dsp:txXfrm>
    </dsp:sp>
    <dsp:sp modelId="{BBFF6D31-FB83-4B96-B6F6-8B438FEA4167}">
      <dsp:nvSpPr>
        <dsp:cNvPr id="0" name=""/>
        <dsp:cNvSpPr/>
      </dsp:nvSpPr>
      <dsp:spPr>
        <a:xfrm>
          <a:off x="1403166" y="266540"/>
          <a:ext cx="435058" cy="4350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3BF107-DDDE-46F2-81EF-490C7D16C35B}">
      <dsp:nvSpPr>
        <dsp:cNvPr id="0" name=""/>
        <dsp:cNvSpPr/>
      </dsp:nvSpPr>
      <dsp:spPr>
        <a:xfrm>
          <a:off x="1137297" y="848587"/>
          <a:ext cx="966796" cy="38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Patients can book or cancel appointments online</a:t>
          </a:r>
        </a:p>
      </dsp:txBody>
      <dsp:txXfrm>
        <a:off x="1137297" y="848587"/>
        <a:ext cx="966796" cy="386718"/>
      </dsp:txXfrm>
    </dsp:sp>
    <dsp:sp modelId="{EF676482-BE09-41D3-B0EC-7D9D3D63FCBD}">
      <dsp:nvSpPr>
        <dsp:cNvPr id="0" name=""/>
        <dsp:cNvSpPr/>
      </dsp:nvSpPr>
      <dsp:spPr>
        <a:xfrm>
          <a:off x="267180" y="1477005"/>
          <a:ext cx="435058" cy="4350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92EFFEB-9120-4898-8043-803E2CC83B02}">
      <dsp:nvSpPr>
        <dsp:cNvPr id="0" name=""/>
        <dsp:cNvSpPr/>
      </dsp:nvSpPr>
      <dsp:spPr>
        <a:xfrm>
          <a:off x="1311" y="2059052"/>
          <a:ext cx="966796" cy="38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Doctors can update their available time slots</a:t>
          </a:r>
        </a:p>
      </dsp:txBody>
      <dsp:txXfrm>
        <a:off x="1311" y="2059052"/>
        <a:ext cx="966796" cy="386718"/>
      </dsp:txXfrm>
    </dsp:sp>
    <dsp:sp modelId="{8E0BE1C6-F8CF-4265-9A7F-EAE69D50EA53}">
      <dsp:nvSpPr>
        <dsp:cNvPr id="0" name=""/>
        <dsp:cNvSpPr/>
      </dsp:nvSpPr>
      <dsp:spPr>
        <a:xfrm>
          <a:off x="1403166" y="1477005"/>
          <a:ext cx="435058" cy="43505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23DA53-0821-4ED3-94A1-A44C6087D79C}">
      <dsp:nvSpPr>
        <dsp:cNvPr id="0" name=""/>
        <dsp:cNvSpPr/>
      </dsp:nvSpPr>
      <dsp:spPr>
        <a:xfrm>
          <a:off x="1137297" y="2059052"/>
          <a:ext cx="966796" cy="38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Reminders go to patients by email or SMS</a:t>
          </a:r>
        </a:p>
      </dsp:txBody>
      <dsp:txXfrm>
        <a:off x="1137297" y="2059052"/>
        <a:ext cx="966796" cy="386718"/>
      </dsp:txXfrm>
    </dsp:sp>
    <dsp:sp modelId="{9ABC122C-0886-495C-9C0C-1F557EB25B75}">
      <dsp:nvSpPr>
        <dsp:cNvPr id="0" name=""/>
        <dsp:cNvSpPr/>
      </dsp:nvSpPr>
      <dsp:spPr>
        <a:xfrm>
          <a:off x="267180" y="2687470"/>
          <a:ext cx="435058" cy="43505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9AEC5A-7A1A-45CE-880A-641972FF88E2}">
      <dsp:nvSpPr>
        <dsp:cNvPr id="0" name=""/>
        <dsp:cNvSpPr/>
      </dsp:nvSpPr>
      <dsp:spPr>
        <a:xfrm>
          <a:off x="1311" y="3269517"/>
          <a:ext cx="966796" cy="38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Admin can manage everything in one place</a:t>
          </a:r>
        </a:p>
      </dsp:txBody>
      <dsp:txXfrm>
        <a:off x="1311" y="3269517"/>
        <a:ext cx="966796" cy="386718"/>
      </dsp:txXfrm>
    </dsp:sp>
    <dsp:sp modelId="{9B73D50A-14B7-4E1A-A164-4BA70E0004E0}">
      <dsp:nvSpPr>
        <dsp:cNvPr id="0" name=""/>
        <dsp:cNvSpPr/>
      </dsp:nvSpPr>
      <dsp:spPr>
        <a:xfrm>
          <a:off x="1403166" y="2687470"/>
          <a:ext cx="435058" cy="43505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0287FF-C617-43D1-8E80-C7629B863532}">
      <dsp:nvSpPr>
        <dsp:cNvPr id="0" name=""/>
        <dsp:cNvSpPr/>
      </dsp:nvSpPr>
      <dsp:spPr>
        <a:xfrm>
          <a:off x="1137297" y="3269517"/>
          <a:ext cx="966796" cy="38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Also, the system works on both mobile and desktop.</a:t>
          </a:r>
        </a:p>
      </dsp:txBody>
      <dsp:txXfrm>
        <a:off x="1137297" y="3269517"/>
        <a:ext cx="966796" cy="386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E4BFB-4D48-40C2-A797-99347549FD17}">
      <dsp:nvSpPr>
        <dsp:cNvPr id="0" name=""/>
        <dsp:cNvSpPr/>
      </dsp:nvSpPr>
      <dsp:spPr>
        <a:xfrm>
          <a:off x="0" y="2250416"/>
          <a:ext cx="4768824" cy="147651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All pages are built using HTML, CSS, and JavaScript.</a:t>
          </a:r>
          <a:br>
            <a:rPr lang="en-US" sz="1600" kern="1200"/>
          </a:br>
          <a:r>
            <a:rPr lang="en-US" sz="1600" kern="1200"/>
            <a:t>Each user has a separate interface for ease of use.</a:t>
          </a:r>
        </a:p>
      </dsp:txBody>
      <dsp:txXfrm>
        <a:off x="0" y="2250416"/>
        <a:ext cx="4768824" cy="1476516"/>
      </dsp:txXfrm>
    </dsp:sp>
    <dsp:sp modelId="{DAD13111-FA97-42F5-9C3B-9AA248D26335}">
      <dsp:nvSpPr>
        <dsp:cNvPr id="0" name=""/>
        <dsp:cNvSpPr/>
      </dsp:nvSpPr>
      <dsp:spPr>
        <a:xfrm rot="10800000">
          <a:off x="0" y="1681"/>
          <a:ext cx="4768824" cy="2270883"/>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 Homepage with login options for patients, doctors, and admin</a:t>
          </a:r>
          <a:br>
            <a:rPr lang="en-US" sz="1600" kern="1200"/>
          </a:br>
          <a:r>
            <a:rPr lang="en-US" sz="1600" kern="1200"/>
            <a:t>• Patient booking form (simple and mobile-friendly)</a:t>
          </a:r>
          <a:br>
            <a:rPr lang="en-US" sz="1600" kern="1200"/>
          </a:br>
          <a:r>
            <a:rPr lang="en-US" sz="1600" kern="1200"/>
            <a:t>• Doctor availability form</a:t>
          </a:r>
          <a:br>
            <a:rPr lang="en-US" sz="1600" kern="1200"/>
          </a:br>
          <a:r>
            <a:rPr lang="en-US" sz="1600" kern="1200"/>
            <a:t>• Admin dashboard with appointment control</a:t>
          </a:r>
        </a:p>
      </dsp:txBody>
      <dsp:txXfrm rot="10800000">
        <a:off x="0" y="1681"/>
        <a:ext cx="4768824" cy="14755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470FC-3937-49A5-B8AB-BC82D8A01417}">
      <dsp:nvSpPr>
        <dsp:cNvPr id="0" name=""/>
        <dsp:cNvSpPr/>
      </dsp:nvSpPr>
      <dsp:spPr>
        <a:xfrm>
          <a:off x="350762" y="2615"/>
          <a:ext cx="2149116" cy="128947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defRPr cap="all"/>
          </a:pPr>
          <a:r>
            <a:rPr lang="en-US" sz="900" b="1" kern="1200" dirty="0"/>
            <a:t>Database Schema Overview</a:t>
          </a:r>
          <a:endParaRPr lang="en-US" sz="900" kern="1200" dirty="0"/>
        </a:p>
      </dsp:txBody>
      <dsp:txXfrm>
        <a:off x="350762" y="2615"/>
        <a:ext cx="2149116" cy="1289470"/>
      </dsp:txXfrm>
    </dsp:sp>
    <dsp:sp modelId="{9561C06C-BE0B-41F9-B8FE-B623D32E92E8}">
      <dsp:nvSpPr>
        <dsp:cNvPr id="0" name=""/>
        <dsp:cNvSpPr/>
      </dsp:nvSpPr>
      <dsp:spPr>
        <a:xfrm>
          <a:off x="350762" y="1506996"/>
          <a:ext cx="2149116" cy="128947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defRPr cap="all"/>
          </a:pPr>
          <a:r>
            <a:rPr lang="en-US" sz="900" kern="1200" dirty="0"/>
            <a:t>Users – Stores login info and roles (patient, doctor, admin)</a:t>
          </a:r>
          <a:br>
            <a:rPr lang="en-US" sz="900" kern="1200" dirty="0"/>
          </a:br>
          <a:r>
            <a:rPr lang="en-US" sz="900" kern="1200" dirty="0"/>
            <a:t>Doctors – Stores doctor details like name, specialty, and availability</a:t>
          </a:r>
          <a:br>
            <a:rPr lang="en-US" sz="900" kern="1200" dirty="0"/>
          </a:br>
          <a:r>
            <a:rPr lang="en-US" sz="900" kern="1200" dirty="0"/>
            <a:t>Appointments – Tracks patient, doctor, date, time, and appointment status</a:t>
          </a:r>
          <a:br>
            <a:rPr lang="en-US" sz="900" kern="1200" dirty="0"/>
          </a:br>
          <a:r>
            <a:rPr lang="en-US" sz="900" kern="1200" dirty="0"/>
            <a:t>Notifications – Logs reminders or confirmations (via email/SMS)</a:t>
          </a:r>
        </a:p>
      </dsp:txBody>
      <dsp:txXfrm>
        <a:off x="350762" y="1506996"/>
        <a:ext cx="2149116" cy="1289470"/>
      </dsp:txXfrm>
    </dsp:sp>
    <dsp:sp modelId="{46754B9A-B346-47C6-8875-F7A3C6A6BEBF}">
      <dsp:nvSpPr>
        <dsp:cNvPr id="0" name=""/>
        <dsp:cNvSpPr/>
      </dsp:nvSpPr>
      <dsp:spPr>
        <a:xfrm>
          <a:off x="350762" y="3011378"/>
          <a:ext cx="2149116" cy="128947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defRPr cap="all"/>
          </a:pPr>
          <a:r>
            <a:rPr lang="en-US" sz="900" kern="1200" dirty="0"/>
            <a:t>Relationships are established with foreign keys linking the tables</a:t>
          </a:r>
        </a:p>
      </dsp:txBody>
      <dsp:txXfrm>
        <a:off x="350762" y="3011378"/>
        <a:ext cx="2149116" cy="12894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085984-46B3-4397-A984-CA3C4C3560F0}">
      <dsp:nvSpPr>
        <dsp:cNvPr id="0" name=""/>
        <dsp:cNvSpPr/>
      </dsp:nvSpPr>
      <dsp:spPr>
        <a:xfrm>
          <a:off x="1530659" y="970152"/>
          <a:ext cx="321317" cy="91440"/>
        </a:xfrm>
        <a:custGeom>
          <a:avLst/>
          <a:gdLst/>
          <a:ahLst/>
          <a:cxnLst/>
          <a:rect l="0" t="0" r="0" b="0"/>
          <a:pathLst>
            <a:path>
              <a:moveTo>
                <a:pt x="0" y="45720"/>
              </a:moveTo>
              <a:lnTo>
                <a:pt x="321317"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82520" y="1014110"/>
        <a:ext cx="17595" cy="3522"/>
      </dsp:txXfrm>
    </dsp:sp>
    <dsp:sp modelId="{85665F1E-2D27-485D-A2DA-CB63C3EB5917}">
      <dsp:nvSpPr>
        <dsp:cNvPr id="0" name=""/>
        <dsp:cNvSpPr/>
      </dsp:nvSpPr>
      <dsp:spPr>
        <a:xfrm>
          <a:off x="2385" y="450967"/>
          <a:ext cx="1530074" cy="1129809"/>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4975" tIns="78699" rIns="74975" bIns="78699" numCol="1" spcCol="1270" anchor="ctr" anchorCtr="0">
          <a:noAutofit/>
        </a:bodyPr>
        <a:lstStyle/>
        <a:p>
          <a:pPr marL="0" lvl="0" indent="0" algn="ctr" defTabSz="533400">
            <a:lnSpc>
              <a:spcPct val="90000"/>
            </a:lnSpc>
            <a:spcBef>
              <a:spcPct val="0"/>
            </a:spcBef>
            <a:spcAft>
              <a:spcPct val="35000"/>
            </a:spcAft>
            <a:buNone/>
          </a:pPr>
          <a:r>
            <a:rPr lang="en-US" sz="1200" kern="1200" dirty="0"/>
            <a:t>The development of the </a:t>
          </a:r>
          <a:r>
            <a:rPr lang="en-US" sz="1200" b="1" kern="1200" dirty="0" err="1"/>
            <a:t>HealthyLife</a:t>
          </a:r>
          <a:r>
            <a:rPr lang="en-US" sz="1200" b="1" kern="1200" dirty="0"/>
            <a:t> Clinic Appointment Scheduling System</a:t>
          </a:r>
          <a:r>
            <a:rPr lang="en-US" sz="1200" kern="1200" dirty="0"/>
            <a:t> follows a structured timeline:</a:t>
          </a:r>
        </a:p>
      </dsp:txBody>
      <dsp:txXfrm>
        <a:off x="2385" y="450967"/>
        <a:ext cx="1530074" cy="1129809"/>
      </dsp:txXfrm>
    </dsp:sp>
    <dsp:sp modelId="{AC120336-130C-4BE5-BDE9-011022C3735D}">
      <dsp:nvSpPr>
        <dsp:cNvPr id="0" name=""/>
        <dsp:cNvSpPr/>
      </dsp:nvSpPr>
      <dsp:spPr>
        <a:xfrm>
          <a:off x="767422" y="1614835"/>
          <a:ext cx="1881991" cy="492312"/>
        </a:xfrm>
        <a:custGeom>
          <a:avLst/>
          <a:gdLst/>
          <a:ahLst/>
          <a:cxnLst/>
          <a:rect l="0" t="0" r="0" b="0"/>
          <a:pathLst>
            <a:path>
              <a:moveTo>
                <a:pt x="1881991" y="0"/>
              </a:moveTo>
              <a:lnTo>
                <a:pt x="1881991" y="263256"/>
              </a:lnTo>
              <a:lnTo>
                <a:pt x="0" y="263256"/>
              </a:lnTo>
              <a:lnTo>
                <a:pt x="0" y="492312"/>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59585" y="1859230"/>
        <a:ext cx="97664" cy="3522"/>
      </dsp:txXfrm>
    </dsp:sp>
    <dsp:sp modelId="{0462AC6A-FA24-4B03-946B-0CAC258CBF10}">
      <dsp:nvSpPr>
        <dsp:cNvPr id="0" name=""/>
        <dsp:cNvSpPr/>
      </dsp:nvSpPr>
      <dsp:spPr>
        <a:xfrm>
          <a:off x="1884376" y="415108"/>
          <a:ext cx="1530074" cy="1201527"/>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4975" tIns="78699" rIns="74975" bIns="78699" numCol="1" spcCol="1270" anchor="t" anchorCtr="0">
          <a:noAutofit/>
        </a:bodyPr>
        <a:lstStyle/>
        <a:p>
          <a:pPr marL="0" lvl="0" indent="0" algn="l" defTabSz="533400">
            <a:lnSpc>
              <a:spcPct val="90000"/>
            </a:lnSpc>
            <a:spcBef>
              <a:spcPct val="0"/>
            </a:spcBef>
            <a:spcAft>
              <a:spcPct val="35000"/>
            </a:spcAft>
            <a:buNone/>
          </a:pPr>
          <a:r>
            <a:rPr lang="en-US" sz="1200" b="1" kern="1200"/>
            <a:t>Planning Phase</a:t>
          </a:r>
          <a:r>
            <a:rPr lang="en-US" sz="1200" kern="1200"/>
            <a:t> (Week 1–2)</a:t>
          </a:r>
        </a:p>
        <a:p>
          <a:pPr marL="57150" lvl="1" indent="-57150" algn="l" defTabSz="400050">
            <a:lnSpc>
              <a:spcPct val="90000"/>
            </a:lnSpc>
            <a:spcBef>
              <a:spcPct val="0"/>
            </a:spcBef>
            <a:spcAft>
              <a:spcPct val="15000"/>
            </a:spcAft>
            <a:buChar char="•"/>
          </a:pPr>
          <a:r>
            <a:rPr lang="en-US" sz="900" kern="1200"/>
            <a:t>Finalize system requirements and goals</a:t>
          </a:r>
        </a:p>
        <a:p>
          <a:pPr marL="57150" lvl="1" indent="-57150" algn="l" defTabSz="400050">
            <a:lnSpc>
              <a:spcPct val="90000"/>
            </a:lnSpc>
            <a:spcBef>
              <a:spcPct val="0"/>
            </a:spcBef>
            <a:spcAft>
              <a:spcPct val="15000"/>
            </a:spcAft>
            <a:buChar char="•"/>
          </a:pPr>
          <a:r>
            <a:rPr lang="en-US" sz="900" kern="1200" dirty="0"/>
            <a:t>Initial team meetings and project assignment</a:t>
          </a:r>
        </a:p>
      </dsp:txBody>
      <dsp:txXfrm>
        <a:off x="1884376" y="415108"/>
        <a:ext cx="1530074" cy="1201527"/>
      </dsp:txXfrm>
    </dsp:sp>
    <dsp:sp modelId="{D96A49F8-52A6-4FA9-AFD5-0A9BD161A6B1}">
      <dsp:nvSpPr>
        <dsp:cNvPr id="0" name=""/>
        <dsp:cNvSpPr/>
      </dsp:nvSpPr>
      <dsp:spPr>
        <a:xfrm>
          <a:off x="1530659" y="2552850"/>
          <a:ext cx="321317" cy="91440"/>
        </a:xfrm>
        <a:custGeom>
          <a:avLst/>
          <a:gdLst/>
          <a:ahLst/>
          <a:cxnLst/>
          <a:rect l="0" t="0" r="0" b="0"/>
          <a:pathLst>
            <a:path>
              <a:moveTo>
                <a:pt x="0" y="45720"/>
              </a:moveTo>
              <a:lnTo>
                <a:pt x="321317"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82520" y="2596808"/>
        <a:ext cx="17595" cy="3522"/>
      </dsp:txXfrm>
    </dsp:sp>
    <dsp:sp modelId="{DCC308E2-17C5-4E0D-B59E-AAF723A3D4EC}">
      <dsp:nvSpPr>
        <dsp:cNvPr id="0" name=""/>
        <dsp:cNvSpPr/>
      </dsp:nvSpPr>
      <dsp:spPr>
        <a:xfrm>
          <a:off x="2385" y="2139547"/>
          <a:ext cx="1530074" cy="91804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4975" tIns="78699" rIns="74975" bIns="78699" numCol="1" spcCol="1270" anchor="t" anchorCtr="0">
          <a:noAutofit/>
        </a:bodyPr>
        <a:lstStyle/>
        <a:p>
          <a:pPr marL="0" lvl="0" indent="0" algn="l" defTabSz="533400">
            <a:lnSpc>
              <a:spcPct val="90000"/>
            </a:lnSpc>
            <a:spcBef>
              <a:spcPct val="0"/>
            </a:spcBef>
            <a:spcAft>
              <a:spcPct val="35000"/>
            </a:spcAft>
            <a:buNone/>
          </a:pPr>
          <a:r>
            <a:rPr lang="en-US" sz="1200" b="1" kern="1200"/>
            <a:t>Design Phase</a:t>
          </a:r>
          <a:r>
            <a:rPr lang="en-US" sz="1200" kern="1200"/>
            <a:t> (Week 3–4)</a:t>
          </a:r>
        </a:p>
        <a:p>
          <a:pPr marL="57150" lvl="1" indent="-57150" algn="l" defTabSz="400050">
            <a:lnSpc>
              <a:spcPct val="90000"/>
            </a:lnSpc>
            <a:spcBef>
              <a:spcPct val="0"/>
            </a:spcBef>
            <a:spcAft>
              <a:spcPct val="15000"/>
            </a:spcAft>
            <a:buChar char="•"/>
          </a:pPr>
          <a:r>
            <a:rPr lang="en-US" sz="900" kern="1200"/>
            <a:t>UI mockups and system architecture design</a:t>
          </a:r>
        </a:p>
        <a:p>
          <a:pPr marL="57150" lvl="1" indent="-57150" algn="l" defTabSz="400050">
            <a:lnSpc>
              <a:spcPct val="90000"/>
            </a:lnSpc>
            <a:spcBef>
              <a:spcPct val="0"/>
            </a:spcBef>
            <a:spcAft>
              <a:spcPct val="15000"/>
            </a:spcAft>
            <a:buChar char="•"/>
          </a:pPr>
          <a:r>
            <a:rPr lang="en-US" sz="900" kern="1200"/>
            <a:t>Define database schema</a:t>
          </a:r>
        </a:p>
      </dsp:txBody>
      <dsp:txXfrm>
        <a:off x="2385" y="2139547"/>
        <a:ext cx="1530074" cy="918044"/>
      </dsp:txXfrm>
    </dsp:sp>
    <dsp:sp modelId="{AE8D36DF-DF81-4A0B-9A03-BC7FB4654B43}">
      <dsp:nvSpPr>
        <dsp:cNvPr id="0" name=""/>
        <dsp:cNvSpPr/>
      </dsp:nvSpPr>
      <dsp:spPr>
        <a:xfrm>
          <a:off x="767422" y="3226787"/>
          <a:ext cx="1881991" cy="357175"/>
        </a:xfrm>
        <a:custGeom>
          <a:avLst/>
          <a:gdLst/>
          <a:ahLst/>
          <a:cxnLst/>
          <a:rect l="0" t="0" r="0" b="0"/>
          <a:pathLst>
            <a:path>
              <a:moveTo>
                <a:pt x="1881991" y="0"/>
              </a:moveTo>
              <a:lnTo>
                <a:pt x="1881991" y="195687"/>
              </a:lnTo>
              <a:lnTo>
                <a:pt x="0" y="195687"/>
              </a:lnTo>
              <a:lnTo>
                <a:pt x="0" y="357175"/>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0379" y="3403614"/>
        <a:ext cx="96076" cy="3522"/>
      </dsp:txXfrm>
    </dsp:sp>
    <dsp:sp modelId="{07EAD97C-D620-4561-BB1A-14A3CB14508B}">
      <dsp:nvSpPr>
        <dsp:cNvPr id="0" name=""/>
        <dsp:cNvSpPr/>
      </dsp:nvSpPr>
      <dsp:spPr>
        <a:xfrm>
          <a:off x="1884376" y="1968552"/>
          <a:ext cx="1530074" cy="126003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4975" tIns="78699" rIns="74975" bIns="78699" numCol="1" spcCol="1270" anchor="t" anchorCtr="0">
          <a:noAutofit/>
        </a:bodyPr>
        <a:lstStyle/>
        <a:p>
          <a:pPr marL="0" lvl="0" indent="0" algn="l" defTabSz="533400">
            <a:lnSpc>
              <a:spcPct val="90000"/>
            </a:lnSpc>
            <a:spcBef>
              <a:spcPct val="0"/>
            </a:spcBef>
            <a:spcAft>
              <a:spcPct val="35000"/>
            </a:spcAft>
            <a:buNone/>
          </a:pPr>
          <a:r>
            <a:rPr lang="en-US" sz="1200" b="1" kern="1200"/>
            <a:t>Development Phase</a:t>
          </a:r>
          <a:r>
            <a:rPr lang="en-US" sz="1200" kern="1200"/>
            <a:t> (Week 5–8)</a:t>
          </a:r>
        </a:p>
        <a:p>
          <a:pPr marL="57150" lvl="1" indent="-57150" algn="l" defTabSz="400050">
            <a:lnSpc>
              <a:spcPct val="90000"/>
            </a:lnSpc>
            <a:spcBef>
              <a:spcPct val="0"/>
            </a:spcBef>
            <a:spcAft>
              <a:spcPct val="15000"/>
            </a:spcAft>
            <a:buChar char="•"/>
          </a:pPr>
          <a:r>
            <a:rPr lang="en-US" sz="900" kern="1200"/>
            <a:t>Frontend and backend development</a:t>
          </a:r>
        </a:p>
        <a:p>
          <a:pPr marL="57150" lvl="1" indent="-57150" algn="l" defTabSz="400050">
            <a:lnSpc>
              <a:spcPct val="90000"/>
            </a:lnSpc>
            <a:spcBef>
              <a:spcPct val="0"/>
            </a:spcBef>
            <a:spcAft>
              <a:spcPct val="15000"/>
            </a:spcAft>
            <a:buChar char="•"/>
          </a:pPr>
          <a:r>
            <a:rPr lang="en-US" sz="900" kern="1200" dirty="0"/>
            <a:t>Integration of database and appointment system</a:t>
          </a:r>
        </a:p>
      </dsp:txBody>
      <dsp:txXfrm>
        <a:off x="1884376" y="1968552"/>
        <a:ext cx="1530074" cy="1260034"/>
      </dsp:txXfrm>
    </dsp:sp>
    <dsp:sp modelId="{9CBAD612-3A3C-4CD0-B893-B9FCC86BBA0E}">
      <dsp:nvSpPr>
        <dsp:cNvPr id="0" name=""/>
        <dsp:cNvSpPr/>
      </dsp:nvSpPr>
      <dsp:spPr>
        <a:xfrm>
          <a:off x="1530659" y="4233219"/>
          <a:ext cx="323702" cy="91440"/>
        </a:xfrm>
        <a:custGeom>
          <a:avLst/>
          <a:gdLst/>
          <a:ahLst/>
          <a:cxnLst/>
          <a:rect l="0" t="0" r="0" b="0"/>
          <a:pathLst>
            <a:path>
              <a:moveTo>
                <a:pt x="0" y="45720"/>
              </a:moveTo>
              <a:lnTo>
                <a:pt x="178951" y="45720"/>
              </a:lnTo>
              <a:lnTo>
                <a:pt x="178951" y="134467"/>
              </a:lnTo>
              <a:lnTo>
                <a:pt x="323702" y="134467"/>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83379" y="4277177"/>
        <a:ext cx="18262" cy="3522"/>
      </dsp:txXfrm>
    </dsp:sp>
    <dsp:sp modelId="{EF88F605-62C3-4EA2-B47D-3260CF5D7FC9}">
      <dsp:nvSpPr>
        <dsp:cNvPr id="0" name=""/>
        <dsp:cNvSpPr/>
      </dsp:nvSpPr>
      <dsp:spPr>
        <a:xfrm>
          <a:off x="2385" y="3616363"/>
          <a:ext cx="1530074" cy="1325151"/>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4975" tIns="78699" rIns="74975" bIns="78699" numCol="1" spcCol="1270" anchor="t" anchorCtr="0">
          <a:noAutofit/>
        </a:bodyPr>
        <a:lstStyle/>
        <a:p>
          <a:pPr marL="0" lvl="0" indent="0" algn="l" defTabSz="533400">
            <a:lnSpc>
              <a:spcPct val="90000"/>
            </a:lnSpc>
            <a:spcBef>
              <a:spcPct val="0"/>
            </a:spcBef>
            <a:spcAft>
              <a:spcPct val="35000"/>
            </a:spcAft>
            <a:buNone/>
          </a:pPr>
          <a:r>
            <a:rPr lang="en-US" sz="1200" b="1" kern="1200"/>
            <a:t>Testing Phase</a:t>
          </a:r>
          <a:r>
            <a:rPr lang="en-US" sz="1200" kern="1200"/>
            <a:t> (Week 9–10)</a:t>
          </a:r>
        </a:p>
        <a:p>
          <a:pPr marL="57150" lvl="1" indent="-57150" algn="l" defTabSz="400050">
            <a:lnSpc>
              <a:spcPct val="90000"/>
            </a:lnSpc>
            <a:spcBef>
              <a:spcPct val="0"/>
            </a:spcBef>
            <a:spcAft>
              <a:spcPct val="15000"/>
            </a:spcAft>
            <a:buChar char="•"/>
          </a:pPr>
          <a:r>
            <a:rPr lang="en-US" sz="900" kern="1200" dirty="0"/>
            <a:t>Manual and automated testing</a:t>
          </a:r>
        </a:p>
        <a:p>
          <a:pPr marL="57150" lvl="1" indent="-57150" algn="l" defTabSz="400050">
            <a:lnSpc>
              <a:spcPct val="90000"/>
            </a:lnSpc>
            <a:spcBef>
              <a:spcPct val="0"/>
            </a:spcBef>
            <a:spcAft>
              <a:spcPct val="15000"/>
            </a:spcAft>
            <a:buChar char="•"/>
          </a:pPr>
          <a:r>
            <a:rPr lang="en-US" sz="900" kern="1200"/>
            <a:t>Bug fixes and system optimization</a:t>
          </a:r>
        </a:p>
      </dsp:txBody>
      <dsp:txXfrm>
        <a:off x="2385" y="3616363"/>
        <a:ext cx="1530074" cy="1325151"/>
      </dsp:txXfrm>
    </dsp:sp>
    <dsp:sp modelId="{3D453574-BBEB-4E22-98DA-CA378475C173}">
      <dsp:nvSpPr>
        <dsp:cNvPr id="0" name=""/>
        <dsp:cNvSpPr/>
      </dsp:nvSpPr>
      <dsp:spPr>
        <a:xfrm>
          <a:off x="1886761" y="3669252"/>
          <a:ext cx="1530074" cy="1396869"/>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4975" tIns="78699" rIns="74975" bIns="78699" numCol="1" spcCol="1270" anchor="t" anchorCtr="0">
          <a:noAutofit/>
        </a:bodyPr>
        <a:lstStyle/>
        <a:p>
          <a:pPr marL="0" lvl="0" indent="0" algn="l" defTabSz="533400">
            <a:lnSpc>
              <a:spcPct val="90000"/>
            </a:lnSpc>
            <a:spcBef>
              <a:spcPct val="0"/>
            </a:spcBef>
            <a:spcAft>
              <a:spcPct val="35000"/>
            </a:spcAft>
            <a:buNone/>
          </a:pPr>
          <a:r>
            <a:rPr lang="en-US" sz="1200" b="1" kern="1200" dirty="0"/>
            <a:t>Deployment &amp; Review</a:t>
          </a:r>
          <a:r>
            <a:rPr lang="en-US" sz="1200" kern="1200" dirty="0"/>
            <a:t> (Week 11–12)</a:t>
          </a:r>
        </a:p>
        <a:p>
          <a:pPr marL="57150" lvl="1" indent="-57150" algn="l" defTabSz="400050">
            <a:lnSpc>
              <a:spcPct val="90000"/>
            </a:lnSpc>
            <a:spcBef>
              <a:spcPct val="0"/>
            </a:spcBef>
            <a:spcAft>
              <a:spcPct val="15000"/>
            </a:spcAft>
            <a:buChar char="•"/>
          </a:pPr>
          <a:r>
            <a:rPr lang="en-US" sz="900" kern="1200" dirty="0"/>
            <a:t>Final deployment of the system</a:t>
          </a:r>
        </a:p>
        <a:p>
          <a:pPr marL="57150" lvl="1" indent="-57150" algn="l" defTabSz="400050">
            <a:lnSpc>
              <a:spcPct val="90000"/>
            </a:lnSpc>
            <a:spcBef>
              <a:spcPct val="0"/>
            </a:spcBef>
            <a:spcAft>
              <a:spcPct val="15000"/>
            </a:spcAft>
            <a:buChar char="•"/>
          </a:pPr>
          <a:r>
            <a:rPr lang="en-US" sz="900" kern="1200"/>
            <a:t>Review and presentation preparation</a:t>
          </a:r>
        </a:p>
      </dsp:txBody>
      <dsp:txXfrm>
        <a:off x="1886761" y="3669252"/>
        <a:ext cx="1530074" cy="13968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B009EC-6D5B-4FBB-9D7C-6D10B75A037E}">
      <dsp:nvSpPr>
        <dsp:cNvPr id="0" name=""/>
        <dsp:cNvSpPr/>
      </dsp:nvSpPr>
      <dsp:spPr>
        <a:xfrm>
          <a:off x="2310" y="342627"/>
          <a:ext cx="1833041" cy="1099824"/>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1. Mobile Version</a:t>
          </a:r>
          <a:endParaRPr lang="en-US" sz="1200" kern="1200"/>
        </a:p>
      </dsp:txBody>
      <dsp:txXfrm>
        <a:off x="2310" y="342627"/>
        <a:ext cx="1833041" cy="1099824"/>
      </dsp:txXfrm>
    </dsp:sp>
    <dsp:sp modelId="{D19A1905-9C09-4C80-9153-51DB052EBC90}">
      <dsp:nvSpPr>
        <dsp:cNvPr id="0" name=""/>
        <dsp:cNvSpPr/>
      </dsp:nvSpPr>
      <dsp:spPr>
        <a:xfrm>
          <a:off x="2018656" y="342627"/>
          <a:ext cx="1833041" cy="1099824"/>
        </a:xfrm>
        <a:prstGeom prst="rect">
          <a:avLst/>
        </a:prstGeom>
        <a:solidFill>
          <a:schemeClr val="accent2">
            <a:hueOff val="520169"/>
            <a:satOff val="-649"/>
            <a:lumOff val="15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Enhancement:</a:t>
          </a:r>
          <a:r>
            <a:rPr lang="en-US" sz="1200" kern="1200"/>
            <a:t> Develop a mobile version of the system for </a:t>
          </a:r>
          <a:r>
            <a:rPr lang="en-US" sz="1200" b="1" kern="1200"/>
            <a:t>patients, doctors, and admins</a:t>
          </a:r>
          <a:r>
            <a:rPr lang="en-US" sz="1200" kern="1200"/>
            <a:t>.</a:t>
          </a:r>
        </a:p>
      </dsp:txBody>
      <dsp:txXfrm>
        <a:off x="2018656" y="342627"/>
        <a:ext cx="1833041" cy="1099824"/>
      </dsp:txXfrm>
    </dsp:sp>
    <dsp:sp modelId="{9B029314-90B2-420B-BAB7-AAB273C2AF37}">
      <dsp:nvSpPr>
        <dsp:cNvPr id="0" name=""/>
        <dsp:cNvSpPr/>
      </dsp:nvSpPr>
      <dsp:spPr>
        <a:xfrm>
          <a:off x="4035002" y="342627"/>
          <a:ext cx="1833041" cy="1099824"/>
        </a:xfrm>
        <a:prstGeom prst="rect">
          <a:avLst/>
        </a:prstGeom>
        <a:solidFill>
          <a:schemeClr val="accent2">
            <a:hueOff val="1040338"/>
            <a:satOff val="-1298"/>
            <a:lumOff val="30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2. Real-Time Appointment Notifications</a:t>
          </a:r>
          <a:endParaRPr lang="en-US" sz="1200" kern="1200"/>
        </a:p>
      </dsp:txBody>
      <dsp:txXfrm>
        <a:off x="4035002" y="342627"/>
        <a:ext cx="1833041" cy="1099824"/>
      </dsp:txXfrm>
    </dsp:sp>
    <dsp:sp modelId="{88C1CB01-6D46-4598-8BB4-0DA337060C4B}">
      <dsp:nvSpPr>
        <dsp:cNvPr id="0" name=""/>
        <dsp:cNvSpPr/>
      </dsp:nvSpPr>
      <dsp:spPr>
        <a:xfrm>
          <a:off x="6051347" y="342627"/>
          <a:ext cx="1833041" cy="1099824"/>
        </a:xfrm>
        <a:prstGeom prst="rect">
          <a:avLst/>
        </a:prstGeom>
        <a:solidFill>
          <a:schemeClr val="accent2">
            <a:hueOff val="1560506"/>
            <a:satOff val="-1946"/>
            <a:lumOff val="45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Enhancement:</a:t>
          </a:r>
          <a:r>
            <a:rPr lang="en-US" sz="1200" kern="1200" dirty="0"/>
            <a:t> Integrate </a:t>
          </a:r>
          <a:r>
            <a:rPr lang="en-US" sz="1200" b="1" kern="1200" dirty="0"/>
            <a:t>real-time notifications</a:t>
          </a:r>
          <a:r>
            <a:rPr lang="en-US" sz="1200" kern="1200" dirty="0"/>
            <a:t> for appointments (via SMS or push notifications).</a:t>
          </a:r>
        </a:p>
      </dsp:txBody>
      <dsp:txXfrm>
        <a:off x="6051347" y="342627"/>
        <a:ext cx="1833041" cy="1099824"/>
      </dsp:txXfrm>
    </dsp:sp>
    <dsp:sp modelId="{DF14C81F-54C6-45F8-971D-AED5C6C405E7}">
      <dsp:nvSpPr>
        <dsp:cNvPr id="0" name=""/>
        <dsp:cNvSpPr/>
      </dsp:nvSpPr>
      <dsp:spPr>
        <a:xfrm>
          <a:off x="2310" y="1625756"/>
          <a:ext cx="1833041" cy="1099824"/>
        </a:xfrm>
        <a:prstGeom prst="rect">
          <a:avLst/>
        </a:prstGeom>
        <a:solidFill>
          <a:schemeClr val="accent2">
            <a:hueOff val="2080675"/>
            <a:satOff val="-2595"/>
            <a:lumOff val="61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3. </a:t>
          </a:r>
          <a:r>
            <a:rPr lang="en-US" sz="1200" b="1" kern="1200"/>
            <a:t>Integrated Payment Gateway</a:t>
          </a:r>
          <a:endParaRPr lang="en-US" sz="1200" kern="1200"/>
        </a:p>
      </dsp:txBody>
      <dsp:txXfrm>
        <a:off x="2310" y="1625756"/>
        <a:ext cx="1833041" cy="1099824"/>
      </dsp:txXfrm>
    </dsp:sp>
    <dsp:sp modelId="{9BF8A014-4F8E-4E37-BEB6-DA921D75C4C5}">
      <dsp:nvSpPr>
        <dsp:cNvPr id="0" name=""/>
        <dsp:cNvSpPr/>
      </dsp:nvSpPr>
      <dsp:spPr>
        <a:xfrm>
          <a:off x="2018656" y="1625756"/>
          <a:ext cx="1833041" cy="1099824"/>
        </a:xfrm>
        <a:prstGeom prst="rect">
          <a:avLst/>
        </a:prstGeom>
        <a:solidFill>
          <a:schemeClr val="accent2">
            <a:hueOff val="2600844"/>
            <a:satOff val="-3244"/>
            <a:lumOff val="76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Enhancement:</a:t>
          </a:r>
          <a:r>
            <a:rPr lang="en-US" sz="1200" kern="1200"/>
            <a:t> Add a </a:t>
          </a:r>
          <a:r>
            <a:rPr lang="en-US" sz="1200" b="1" kern="1200"/>
            <a:t>payment system</a:t>
          </a:r>
          <a:r>
            <a:rPr lang="en-US" sz="1200" kern="1200"/>
            <a:t> to handle appointment payments directly through the platform.</a:t>
          </a:r>
        </a:p>
      </dsp:txBody>
      <dsp:txXfrm>
        <a:off x="2018656" y="1625756"/>
        <a:ext cx="1833041" cy="1099824"/>
      </dsp:txXfrm>
    </dsp:sp>
    <dsp:sp modelId="{EB53C774-75A5-4390-AA44-F13C82A3C487}">
      <dsp:nvSpPr>
        <dsp:cNvPr id="0" name=""/>
        <dsp:cNvSpPr/>
      </dsp:nvSpPr>
      <dsp:spPr>
        <a:xfrm>
          <a:off x="4035002" y="1625756"/>
          <a:ext cx="1833041" cy="1099824"/>
        </a:xfrm>
        <a:prstGeom prst="rect">
          <a:avLst/>
        </a:prstGeom>
        <a:solidFill>
          <a:schemeClr val="accent2">
            <a:hueOff val="3121013"/>
            <a:satOff val="-3893"/>
            <a:lumOff val="91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4. Advanced Reporting for Admins</a:t>
          </a:r>
          <a:endParaRPr lang="en-US" sz="1200" kern="1200"/>
        </a:p>
      </dsp:txBody>
      <dsp:txXfrm>
        <a:off x="4035002" y="1625756"/>
        <a:ext cx="1833041" cy="1099824"/>
      </dsp:txXfrm>
    </dsp:sp>
    <dsp:sp modelId="{C14BB4B2-7C67-403C-B434-233CAD645C4C}">
      <dsp:nvSpPr>
        <dsp:cNvPr id="0" name=""/>
        <dsp:cNvSpPr/>
      </dsp:nvSpPr>
      <dsp:spPr>
        <a:xfrm>
          <a:off x="6051347" y="1625756"/>
          <a:ext cx="1833041" cy="1099824"/>
        </a:xfrm>
        <a:prstGeom prst="rect">
          <a:avLst/>
        </a:prstGeom>
        <a:solidFill>
          <a:schemeClr val="accent2">
            <a:hueOff val="3641181"/>
            <a:satOff val="-4541"/>
            <a:lumOff val="106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Enhancement:</a:t>
          </a:r>
          <a:r>
            <a:rPr lang="en-US" sz="1200" kern="1200" dirty="0"/>
            <a:t> Implement advanced </a:t>
          </a:r>
          <a:r>
            <a:rPr lang="en-US" sz="1200" b="1" kern="1200" dirty="0"/>
            <a:t>analytics</a:t>
          </a:r>
          <a:r>
            <a:rPr lang="en-US" sz="1200" kern="1200" dirty="0"/>
            <a:t> and </a:t>
          </a:r>
          <a:r>
            <a:rPr lang="en-US" sz="1200" b="1" kern="1200" dirty="0"/>
            <a:t>reports</a:t>
          </a:r>
          <a:r>
            <a:rPr lang="en-US" sz="1200" kern="1200" dirty="0"/>
            <a:t> for admin users to track appointment trends, no-shows, and doctor availability.</a:t>
          </a:r>
        </a:p>
      </dsp:txBody>
      <dsp:txXfrm>
        <a:off x="6051347" y="1625756"/>
        <a:ext cx="1833041" cy="1099824"/>
      </dsp:txXfrm>
    </dsp:sp>
    <dsp:sp modelId="{35131B4F-60A0-4E31-8CAE-4351465CB284}">
      <dsp:nvSpPr>
        <dsp:cNvPr id="0" name=""/>
        <dsp:cNvSpPr/>
      </dsp:nvSpPr>
      <dsp:spPr>
        <a:xfrm>
          <a:off x="2018656" y="2908885"/>
          <a:ext cx="1833041" cy="1099824"/>
        </a:xfrm>
        <a:prstGeom prst="rect">
          <a:avLst/>
        </a:prstGeom>
        <a:solidFill>
          <a:schemeClr val="accent2">
            <a:hueOff val="4161350"/>
            <a:satOff val="-5190"/>
            <a:lumOff val="122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5.AI-Powered Doctor Matching</a:t>
          </a:r>
          <a:endParaRPr lang="en-US" sz="1200" kern="1200"/>
        </a:p>
      </dsp:txBody>
      <dsp:txXfrm>
        <a:off x="2018656" y="2908885"/>
        <a:ext cx="1833041" cy="1099824"/>
      </dsp:txXfrm>
    </dsp:sp>
    <dsp:sp modelId="{A2981012-A3E5-40BD-B7D7-35A7B50E47FB}">
      <dsp:nvSpPr>
        <dsp:cNvPr id="0" name=""/>
        <dsp:cNvSpPr/>
      </dsp:nvSpPr>
      <dsp:spPr>
        <a:xfrm>
          <a:off x="4035002" y="2908885"/>
          <a:ext cx="1833041" cy="1099824"/>
        </a:xfrm>
        <a:prstGeom prst="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Enhancement:</a:t>
          </a:r>
          <a:r>
            <a:rPr lang="en-US" sz="1200" kern="1200" dirty="0"/>
            <a:t> Introduce </a:t>
          </a:r>
          <a:r>
            <a:rPr lang="en-US" sz="1200" b="1" kern="1200" dirty="0"/>
            <a:t>AI-powered recommendations</a:t>
          </a:r>
          <a:r>
            <a:rPr lang="en-US" sz="1200" kern="1200" dirty="0"/>
            <a:t> for patients to match with the most suitable doctor based on their needs.</a:t>
          </a:r>
        </a:p>
      </dsp:txBody>
      <dsp:txXfrm>
        <a:off x="4035002" y="2908885"/>
        <a:ext cx="1833041" cy="10998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165CD3-B647-4CB0-9FA9-325E4A74E7B1}">
      <dsp:nvSpPr>
        <dsp:cNvPr id="0" name=""/>
        <dsp:cNvSpPr/>
      </dsp:nvSpPr>
      <dsp:spPr>
        <a:xfrm>
          <a:off x="1682907" y="476352"/>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1069" y="520139"/>
        <a:ext cx="19311" cy="3866"/>
      </dsp:txXfrm>
    </dsp:sp>
    <dsp:sp modelId="{57CDDFE9-7BB7-47C2-A0D7-AAB72D85A6CB}">
      <dsp:nvSpPr>
        <dsp:cNvPr id="0" name=""/>
        <dsp:cNvSpPr/>
      </dsp:nvSpPr>
      <dsp:spPr>
        <a:xfrm>
          <a:off x="5418" y="18285"/>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Streamlined Appointment Booking</a:t>
          </a:r>
        </a:p>
      </dsp:txBody>
      <dsp:txXfrm>
        <a:off x="5418" y="18285"/>
        <a:ext cx="1679288" cy="1007573"/>
      </dsp:txXfrm>
    </dsp:sp>
    <dsp:sp modelId="{147FCA07-5CA5-4D16-A442-FF59ADD77AC0}">
      <dsp:nvSpPr>
        <dsp:cNvPr id="0" name=""/>
        <dsp:cNvSpPr/>
      </dsp:nvSpPr>
      <dsp:spPr>
        <a:xfrm>
          <a:off x="3748431" y="476352"/>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6594" y="520139"/>
        <a:ext cx="19311" cy="3866"/>
      </dsp:txXfrm>
    </dsp:sp>
    <dsp:sp modelId="{0A9458C5-108B-4F82-B3CC-D29F81E20D50}">
      <dsp:nvSpPr>
        <dsp:cNvPr id="0" name=""/>
        <dsp:cNvSpPr/>
      </dsp:nvSpPr>
      <dsp:spPr>
        <a:xfrm>
          <a:off x="2070943" y="18285"/>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The system allows patients to easily book appointments with available doctors, eliminating manual scheduling processes.</a:t>
          </a:r>
        </a:p>
      </dsp:txBody>
      <dsp:txXfrm>
        <a:off x="2070943" y="18285"/>
        <a:ext cx="1679288" cy="1007573"/>
      </dsp:txXfrm>
    </dsp:sp>
    <dsp:sp modelId="{9A6AD4AC-29FA-4634-BD33-C63E7BE7AEF2}">
      <dsp:nvSpPr>
        <dsp:cNvPr id="0" name=""/>
        <dsp:cNvSpPr/>
      </dsp:nvSpPr>
      <dsp:spPr>
        <a:xfrm>
          <a:off x="5813956" y="476352"/>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82118" y="520139"/>
        <a:ext cx="19311" cy="3866"/>
      </dsp:txXfrm>
    </dsp:sp>
    <dsp:sp modelId="{3EDA99AF-A95D-41EE-AD3C-0CA444AA05FE}">
      <dsp:nvSpPr>
        <dsp:cNvPr id="0" name=""/>
        <dsp:cNvSpPr/>
      </dsp:nvSpPr>
      <dsp:spPr>
        <a:xfrm>
          <a:off x="4136468" y="18285"/>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Improved Communication</a:t>
          </a:r>
        </a:p>
      </dsp:txBody>
      <dsp:txXfrm>
        <a:off x="4136468" y="18285"/>
        <a:ext cx="1679288" cy="1007573"/>
      </dsp:txXfrm>
    </dsp:sp>
    <dsp:sp modelId="{468E8939-A7D8-4BE7-A4EC-1B9BE0590986}">
      <dsp:nvSpPr>
        <dsp:cNvPr id="0" name=""/>
        <dsp:cNvSpPr/>
      </dsp:nvSpPr>
      <dsp:spPr>
        <a:xfrm>
          <a:off x="845062" y="1024058"/>
          <a:ext cx="6196574" cy="355636"/>
        </a:xfrm>
        <a:custGeom>
          <a:avLst/>
          <a:gdLst/>
          <a:ahLst/>
          <a:cxnLst/>
          <a:rect l="0" t="0" r="0" b="0"/>
          <a:pathLst>
            <a:path>
              <a:moveTo>
                <a:pt x="6196574" y="0"/>
              </a:moveTo>
              <a:lnTo>
                <a:pt x="6196574" y="194918"/>
              </a:lnTo>
              <a:lnTo>
                <a:pt x="0" y="194918"/>
              </a:lnTo>
              <a:lnTo>
                <a:pt x="0" y="355636"/>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8135" y="1199943"/>
        <a:ext cx="310429" cy="3866"/>
      </dsp:txXfrm>
    </dsp:sp>
    <dsp:sp modelId="{8C730A2A-7071-490D-A9EE-1C67332F8A96}">
      <dsp:nvSpPr>
        <dsp:cNvPr id="0" name=""/>
        <dsp:cNvSpPr/>
      </dsp:nvSpPr>
      <dsp:spPr>
        <a:xfrm>
          <a:off x="6201992" y="18285"/>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Real-time notifications for patients and doctors ensure better communication and reduce no-shows.</a:t>
          </a:r>
        </a:p>
      </dsp:txBody>
      <dsp:txXfrm>
        <a:off x="6201992" y="18285"/>
        <a:ext cx="1679288" cy="1007573"/>
      </dsp:txXfrm>
    </dsp:sp>
    <dsp:sp modelId="{EBC29582-D90B-48DC-B528-3FEAD7DA3631}">
      <dsp:nvSpPr>
        <dsp:cNvPr id="0" name=""/>
        <dsp:cNvSpPr/>
      </dsp:nvSpPr>
      <dsp:spPr>
        <a:xfrm>
          <a:off x="1682907" y="1870161"/>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1069" y="1913948"/>
        <a:ext cx="19311" cy="3866"/>
      </dsp:txXfrm>
    </dsp:sp>
    <dsp:sp modelId="{60CA369A-C3EC-4F48-AC7E-7EA928A76A75}">
      <dsp:nvSpPr>
        <dsp:cNvPr id="0" name=""/>
        <dsp:cNvSpPr/>
      </dsp:nvSpPr>
      <dsp:spPr>
        <a:xfrm>
          <a:off x="5418" y="1412094"/>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Efficient Administration</a:t>
          </a:r>
        </a:p>
      </dsp:txBody>
      <dsp:txXfrm>
        <a:off x="5418" y="1412094"/>
        <a:ext cx="1679288" cy="1007573"/>
      </dsp:txXfrm>
    </dsp:sp>
    <dsp:sp modelId="{10D7243A-8F76-4732-8BBA-3E0795EB8CE6}">
      <dsp:nvSpPr>
        <dsp:cNvPr id="0" name=""/>
        <dsp:cNvSpPr/>
      </dsp:nvSpPr>
      <dsp:spPr>
        <a:xfrm>
          <a:off x="3748431" y="1870161"/>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6594" y="1913948"/>
        <a:ext cx="19311" cy="3866"/>
      </dsp:txXfrm>
    </dsp:sp>
    <dsp:sp modelId="{862EEC47-780D-409F-915D-614B936616E9}">
      <dsp:nvSpPr>
        <dsp:cNvPr id="0" name=""/>
        <dsp:cNvSpPr/>
      </dsp:nvSpPr>
      <dsp:spPr>
        <a:xfrm>
          <a:off x="2070943" y="1412094"/>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The clinic’s administrative tasks, including scheduling and patient management, are more efficient and organized.</a:t>
          </a:r>
        </a:p>
      </dsp:txBody>
      <dsp:txXfrm>
        <a:off x="2070943" y="1412094"/>
        <a:ext cx="1679288" cy="1007573"/>
      </dsp:txXfrm>
    </dsp:sp>
    <dsp:sp modelId="{57B45CD4-7425-4AA4-937F-FEC2A3FBA525}">
      <dsp:nvSpPr>
        <dsp:cNvPr id="0" name=""/>
        <dsp:cNvSpPr/>
      </dsp:nvSpPr>
      <dsp:spPr>
        <a:xfrm>
          <a:off x="5813956" y="1870161"/>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82118" y="1913948"/>
        <a:ext cx="19311" cy="3866"/>
      </dsp:txXfrm>
    </dsp:sp>
    <dsp:sp modelId="{DFAD3D87-EC29-404E-90A8-EE081614F628}">
      <dsp:nvSpPr>
        <dsp:cNvPr id="0" name=""/>
        <dsp:cNvSpPr/>
      </dsp:nvSpPr>
      <dsp:spPr>
        <a:xfrm>
          <a:off x="4136468" y="1412094"/>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User-Centered Design</a:t>
          </a:r>
        </a:p>
      </dsp:txBody>
      <dsp:txXfrm>
        <a:off x="4136468" y="1412094"/>
        <a:ext cx="1679288" cy="1007573"/>
      </dsp:txXfrm>
    </dsp:sp>
    <dsp:sp modelId="{6E12BD37-AD46-474F-A31D-9060876D849E}">
      <dsp:nvSpPr>
        <dsp:cNvPr id="0" name=""/>
        <dsp:cNvSpPr/>
      </dsp:nvSpPr>
      <dsp:spPr>
        <a:xfrm>
          <a:off x="845062" y="2417867"/>
          <a:ext cx="6196574" cy="528203"/>
        </a:xfrm>
        <a:custGeom>
          <a:avLst/>
          <a:gdLst/>
          <a:ahLst/>
          <a:cxnLst/>
          <a:rect l="0" t="0" r="0" b="0"/>
          <a:pathLst>
            <a:path>
              <a:moveTo>
                <a:pt x="6196574" y="0"/>
              </a:moveTo>
              <a:lnTo>
                <a:pt x="6196574" y="281201"/>
              </a:lnTo>
              <a:lnTo>
                <a:pt x="0" y="281201"/>
              </a:lnTo>
              <a:lnTo>
                <a:pt x="0" y="528203"/>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7807" y="2680036"/>
        <a:ext cx="311085" cy="3866"/>
      </dsp:txXfrm>
    </dsp:sp>
    <dsp:sp modelId="{152AD396-4475-439D-95CA-CFA2A8C50ECF}">
      <dsp:nvSpPr>
        <dsp:cNvPr id="0" name=""/>
        <dsp:cNvSpPr/>
      </dsp:nvSpPr>
      <dsp:spPr>
        <a:xfrm>
          <a:off x="6201992" y="1412094"/>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Designed to be intuitive for both patients and doctors, the system provides a seamless user experience.</a:t>
          </a:r>
        </a:p>
      </dsp:txBody>
      <dsp:txXfrm>
        <a:off x="6201992" y="1412094"/>
        <a:ext cx="1679288" cy="1007573"/>
      </dsp:txXfrm>
    </dsp:sp>
    <dsp:sp modelId="{45EE0308-FCA6-489C-9832-775CF6CEC7F8}">
      <dsp:nvSpPr>
        <dsp:cNvPr id="0" name=""/>
        <dsp:cNvSpPr/>
      </dsp:nvSpPr>
      <dsp:spPr>
        <a:xfrm>
          <a:off x="1682907" y="3436537"/>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51069" y="3480324"/>
        <a:ext cx="19311" cy="3866"/>
      </dsp:txXfrm>
    </dsp:sp>
    <dsp:sp modelId="{A511A27D-0CCF-4EB6-B360-4D41359CB0D8}">
      <dsp:nvSpPr>
        <dsp:cNvPr id="0" name=""/>
        <dsp:cNvSpPr/>
      </dsp:nvSpPr>
      <dsp:spPr>
        <a:xfrm>
          <a:off x="5418" y="2978471"/>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Lessons Learned:</a:t>
          </a:r>
        </a:p>
      </dsp:txBody>
      <dsp:txXfrm>
        <a:off x="5418" y="2978471"/>
        <a:ext cx="1679288" cy="1007573"/>
      </dsp:txXfrm>
    </dsp:sp>
    <dsp:sp modelId="{C463CB09-23A7-4060-9627-CE89A59817A2}">
      <dsp:nvSpPr>
        <dsp:cNvPr id="0" name=""/>
        <dsp:cNvSpPr/>
      </dsp:nvSpPr>
      <dsp:spPr>
        <a:xfrm>
          <a:off x="3748431" y="3436537"/>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6594" y="3480324"/>
        <a:ext cx="19311" cy="3866"/>
      </dsp:txXfrm>
    </dsp:sp>
    <dsp:sp modelId="{F2972F77-83E2-4051-9ED3-D5DAF4114EE6}">
      <dsp:nvSpPr>
        <dsp:cNvPr id="0" name=""/>
        <dsp:cNvSpPr/>
      </dsp:nvSpPr>
      <dsp:spPr>
        <a:xfrm>
          <a:off x="2070943" y="2978471"/>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Importance of Clear Planning: Early-stage planning and role distribution ensured a smooth workflow throughout the project.</a:t>
          </a:r>
        </a:p>
      </dsp:txBody>
      <dsp:txXfrm>
        <a:off x="2070943" y="2978471"/>
        <a:ext cx="1679288" cy="1007573"/>
      </dsp:txXfrm>
    </dsp:sp>
    <dsp:sp modelId="{1A836E7C-89D7-4C31-BDD9-ACD88EB261D3}">
      <dsp:nvSpPr>
        <dsp:cNvPr id="0" name=""/>
        <dsp:cNvSpPr/>
      </dsp:nvSpPr>
      <dsp:spPr>
        <a:xfrm>
          <a:off x="5813956" y="3436537"/>
          <a:ext cx="355636" cy="91440"/>
        </a:xfrm>
        <a:custGeom>
          <a:avLst/>
          <a:gdLst/>
          <a:ahLst/>
          <a:cxnLst/>
          <a:rect l="0" t="0" r="0" b="0"/>
          <a:pathLst>
            <a:path>
              <a:moveTo>
                <a:pt x="0" y="45720"/>
              </a:moveTo>
              <a:lnTo>
                <a:pt x="35563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82118" y="3480324"/>
        <a:ext cx="19311" cy="3866"/>
      </dsp:txXfrm>
    </dsp:sp>
    <dsp:sp modelId="{5D68C57A-C899-46C6-86A9-5A1B3B63C577}">
      <dsp:nvSpPr>
        <dsp:cNvPr id="0" name=""/>
        <dsp:cNvSpPr/>
      </dsp:nvSpPr>
      <dsp:spPr>
        <a:xfrm>
          <a:off x="4136468" y="2805904"/>
          <a:ext cx="1679288" cy="1352707"/>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dirty="0"/>
            <a:t>Real-Time Feedback: Using clinic staff feedback during the development process helped refine the system for real-world use.</a:t>
          </a:r>
        </a:p>
      </dsp:txBody>
      <dsp:txXfrm>
        <a:off x="4136468" y="2805904"/>
        <a:ext cx="1679288" cy="1352707"/>
      </dsp:txXfrm>
    </dsp:sp>
    <dsp:sp modelId="{D114FDCC-1468-4F9F-9888-E0CB455A859A}">
      <dsp:nvSpPr>
        <dsp:cNvPr id="0" name=""/>
        <dsp:cNvSpPr/>
      </dsp:nvSpPr>
      <dsp:spPr>
        <a:xfrm>
          <a:off x="6201992" y="2978471"/>
          <a:ext cx="1679288" cy="1007573"/>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2287" tIns="86374" rIns="82287" bIns="86374" numCol="1" spcCol="1270" anchor="ctr" anchorCtr="0">
          <a:noAutofit/>
        </a:bodyPr>
        <a:lstStyle/>
        <a:p>
          <a:pPr marL="0" lvl="0" indent="0" algn="ctr" defTabSz="533400">
            <a:lnSpc>
              <a:spcPct val="90000"/>
            </a:lnSpc>
            <a:spcBef>
              <a:spcPct val="0"/>
            </a:spcBef>
            <a:spcAft>
              <a:spcPct val="35000"/>
            </a:spcAft>
            <a:buNone/>
          </a:pPr>
          <a:r>
            <a:rPr lang="en-US" sz="1200" kern="1200"/>
            <a:t>Collaboration and Communication: Regular team meetings and progress updates were crucial for timely project completion.</a:t>
          </a:r>
        </a:p>
      </dsp:txBody>
      <dsp:txXfrm>
        <a:off x="6201992" y="2978471"/>
        <a:ext cx="1679288" cy="100757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A7CF69-A420-4838-B66A-E6825B092B36}" type="datetimeFigureOut">
              <a:rPr lang="en-US" smtClean="0"/>
              <a:t>4/11/2025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47F3EA-8311-4A76-8A4B-3ECA159F2B40}" type="slidenum">
              <a:rPr lang="en-US" smtClean="0"/>
              <a:t>‹#›</a:t>
            </a:fld>
            <a:endParaRPr lang="en-US"/>
          </a:p>
        </p:txBody>
      </p:sp>
    </p:spTree>
    <p:extLst>
      <p:ext uri="{BB962C8B-B14F-4D97-AF65-F5344CB8AC3E}">
        <p14:creationId xmlns:p14="http://schemas.microsoft.com/office/powerpoint/2010/main" val="3994446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47F3EA-8311-4A76-8A4B-3ECA159F2B40}" type="slidenum">
              <a:rPr lang="en-US" smtClean="0"/>
              <a:t>4</a:t>
            </a:fld>
            <a:endParaRPr lang="en-US"/>
          </a:p>
        </p:txBody>
      </p:sp>
    </p:spTree>
    <p:extLst>
      <p:ext uri="{BB962C8B-B14F-4D97-AF65-F5344CB8AC3E}">
        <p14:creationId xmlns:p14="http://schemas.microsoft.com/office/powerpoint/2010/main" val="595733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3.png"/><Relationship Id="rId7" Type="http://schemas.openxmlformats.org/officeDocument/2006/relationships/diagramData" Target="../diagrams/data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microsoft.com/office/2007/relationships/diagramDrawing" Target="../diagrams/drawing1.xml"/><Relationship Id="rId5" Type="http://schemas.openxmlformats.org/officeDocument/2006/relationships/image" Target="../media/image5.png"/><Relationship Id="rId10" Type="http://schemas.openxmlformats.org/officeDocument/2006/relationships/diagramColors" Target="../diagrams/colors1.xml"/><Relationship Id="rId4" Type="http://schemas.openxmlformats.org/officeDocument/2006/relationships/image" Target="../media/image4.png"/><Relationship Id="rId9"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1.jpg"/><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5.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17581" y="921715"/>
            <a:ext cx="3872267" cy="2635993"/>
          </a:xfrm>
        </p:spPr>
        <p:txBody>
          <a:bodyPr anchor="b">
            <a:normAutofit/>
          </a:bodyPr>
          <a:lstStyle/>
          <a:p>
            <a:pPr algn="l"/>
            <a:r>
              <a:rPr lang="en-US" sz="3900" dirty="0"/>
              <a:t>Appointment Scheduling System for </a:t>
            </a:r>
            <a:r>
              <a:rPr lang="en-US" sz="3900" dirty="0" err="1"/>
              <a:t>HealthyLife</a:t>
            </a:r>
            <a:r>
              <a:rPr lang="en-US" sz="3900" dirty="0"/>
              <a:t> Clinic</a:t>
            </a:r>
          </a:p>
        </p:txBody>
      </p:sp>
      <p:sp>
        <p:nvSpPr>
          <p:cNvPr id="30" name="Rectangle 29">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9144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4022220"/>
            <a:ext cx="611504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9190104"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p:cNvSpPr>
            <a:spLocks noGrp="1"/>
          </p:cNvSpPr>
          <p:nvPr>
            <p:ph type="subTitle" idx="1"/>
          </p:nvPr>
        </p:nvSpPr>
        <p:spPr>
          <a:xfrm>
            <a:off x="617581" y="4541263"/>
            <a:ext cx="3497218" cy="2316738"/>
          </a:xfrm>
        </p:spPr>
        <p:txBody>
          <a:bodyPr anchor="t">
            <a:normAutofit/>
          </a:bodyPr>
          <a:lstStyle/>
          <a:p>
            <a:pPr algn="l">
              <a:lnSpc>
                <a:spcPct val="90000"/>
              </a:lnSpc>
            </a:pPr>
            <a:r>
              <a:rPr lang="en-US" sz="1800" dirty="0">
                <a:solidFill>
                  <a:srgbClr val="FFFFFF"/>
                </a:solidFill>
              </a:rPr>
              <a:t>Team 2B</a:t>
            </a:r>
          </a:p>
          <a:p>
            <a:pPr algn="l">
              <a:lnSpc>
                <a:spcPct val="90000"/>
              </a:lnSpc>
            </a:pPr>
            <a:r>
              <a:rPr lang="en-US" sz="1800" dirty="0">
                <a:solidFill>
                  <a:srgbClr val="FFFFFF"/>
                </a:solidFill>
              </a:rPr>
              <a:t>Presented by: Yash, Lucky, Douglas, and Arafat</a:t>
            </a:r>
          </a:p>
          <a:p>
            <a:pPr algn="l">
              <a:lnSpc>
                <a:spcPct val="90000"/>
              </a:lnSpc>
            </a:pPr>
            <a:r>
              <a:rPr lang="en-US" sz="1800" dirty="0">
                <a:solidFill>
                  <a:srgbClr val="FFFFFF"/>
                </a:solidFill>
              </a:rPr>
              <a:t>Instructor: Maria Garrity</a:t>
            </a:r>
          </a:p>
          <a:p>
            <a:pPr algn="l">
              <a:lnSpc>
                <a:spcPct val="90000"/>
              </a:lnSpc>
            </a:pPr>
            <a:r>
              <a:rPr lang="en-US" sz="1800" dirty="0">
                <a:solidFill>
                  <a:srgbClr val="FFFFFF"/>
                </a:solidFill>
              </a:rPr>
              <a:t>Date: May 6th, 2025</a:t>
            </a:r>
          </a:p>
        </p:txBody>
      </p:sp>
      <p:pic>
        <p:nvPicPr>
          <p:cNvPr id="5" name="Picture 4" descr="White calendar with a blue pen on top">
            <a:extLst>
              <a:ext uri="{FF2B5EF4-FFF2-40B4-BE49-F238E27FC236}">
                <a16:creationId xmlns:a16="http://schemas.microsoft.com/office/drawing/2014/main" id="{0A13A671-799C-5227-ECA0-318038E5D845}"/>
              </a:ext>
            </a:extLst>
          </p:cNvPr>
          <p:cNvPicPr>
            <a:picLocks noChangeAspect="1"/>
          </p:cNvPicPr>
          <p:nvPr/>
        </p:nvPicPr>
        <p:blipFill>
          <a:blip r:embed="rId2"/>
          <a:srcRect l="32726" r="3994" b="-1"/>
          <a:stretch/>
        </p:blipFill>
        <p:spPr>
          <a:xfrm>
            <a:off x="4930430" y="1197678"/>
            <a:ext cx="3872266" cy="4084644"/>
          </a:xfrm>
          <a:prstGeom prst="rect">
            <a:avLst/>
          </a:prstGeom>
        </p:spPr>
      </p:pic>
      <p:sp>
        <p:nvSpPr>
          <p:cNvPr id="28" name="Rectangle 27">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9143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3798" y="1463040"/>
            <a:ext cx="2847230" cy="2690949"/>
          </a:xfrm>
        </p:spPr>
        <p:txBody>
          <a:bodyPr anchor="t">
            <a:normAutofit/>
          </a:bodyPr>
          <a:lstStyle/>
          <a:p>
            <a:r>
              <a:rPr lang="en-US" sz="4200" dirty="0"/>
              <a:t>Team Roles</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250" y="4415246"/>
            <a:ext cx="8986749"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50279" y="587829"/>
            <a:ext cx="4878975"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242163" y="1463039"/>
            <a:ext cx="4156790" cy="4300447"/>
          </a:xfrm>
        </p:spPr>
        <p:txBody>
          <a:bodyPr anchor="t">
            <a:normAutofit/>
          </a:bodyPr>
          <a:lstStyle/>
          <a:p>
            <a:pPr marL="0" indent="0">
              <a:buNone/>
            </a:pPr>
            <a:r>
              <a:rPr lang="en-US" sz="1900" dirty="0"/>
              <a:t>• </a:t>
            </a:r>
            <a:r>
              <a:rPr lang="en-US" sz="1900" b="1" dirty="0"/>
              <a:t>Yash</a:t>
            </a:r>
            <a:r>
              <a:rPr lang="en-US" sz="1900" dirty="0"/>
              <a:t> – Project Manager, UI/UX Designer, Quality Assurance, Interviewer</a:t>
            </a:r>
            <a:br>
              <a:rPr lang="en-US" sz="1900" dirty="0"/>
            </a:br>
            <a:r>
              <a:rPr lang="en-US" sz="1900" dirty="0"/>
              <a:t>• </a:t>
            </a:r>
            <a:r>
              <a:rPr lang="en-US" sz="1900" b="1" dirty="0"/>
              <a:t>Lucky</a:t>
            </a:r>
            <a:r>
              <a:rPr lang="en-US" sz="1900" dirty="0"/>
              <a:t> – Business Analyst, Planning &amp; Documentation</a:t>
            </a:r>
            <a:br>
              <a:rPr lang="en-US" sz="1900" dirty="0"/>
            </a:br>
            <a:r>
              <a:rPr lang="en-US" sz="1900" dirty="0"/>
              <a:t>• </a:t>
            </a:r>
            <a:r>
              <a:rPr lang="en-US" sz="1900" b="1" dirty="0"/>
              <a:t>Douglas</a:t>
            </a:r>
            <a:r>
              <a:rPr lang="en-US" sz="1900" dirty="0"/>
              <a:t> – Backend Developer, System Setup</a:t>
            </a:r>
            <a:br>
              <a:rPr lang="en-US" sz="1900" dirty="0"/>
            </a:br>
            <a:r>
              <a:rPr lang="en-US" sz="1900" dirty="0"/>
              <a:t>• </a:t>
            </a:r>
            <a:r>
              <a:rPr lang="en-US" sz="1900" b="1" dirty="0"/>
              <a:t>Arafat</a:t>
            </a:r>
            <a:r>
              <a:rPr lang="en-US" sz="1900" dirty="0"/>
              <a:t> – Helped with PowerPoint &amp; team coordination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C8343-357D-088F-7866-2F507B0B9BBB}"/>
              </a:ext>
            </a:extLst>
          </p:cNvPr>
          <p:cNvSpPr>
            <a:spLocks noGrp="1"/>
          </p:cNvSpPr>
          <p:nvPr>
            <p:ph type="ctrTitle"/>
          </p:nvPr>
        </p:nvSpPr>
        <p:spPr>
          <a:xfrm>
            <a:off x="388416" y="4883544"/>
            <a:ext cx="2907065" cy="1556907"/>
          </a:xfrm>
        </p:spPr>
        <p:txBody>
          <a:bodyPr vert="horz" lIns="91440" tIns="45720" rIns="91440" bIns="45720" rtlCol="0" anchor="ctr">
            <a:normAutofit/>
          </a:bodyPr>
          <a:lstStyle/>
          <a:p>
            <a:pPr algn="l" defTabSz="914400">
              <a:lnSpc>
                <a:spcPct val="90000"/>
              </a:lnSpc>
            </a:pPr>
            <a:r>
              <a:rPr lang="en-US" sz="2800"/>
              <a:t>Problem Statement</a:t>
            </a:r>
          </a:p>
        </p:txBody>
      </p:sp>
      <p:sp>
        <p:nvSpPr>
          <p:cNvPr id="41" name="Rectangle 40">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416" y="0"/>
            <a:ext cx="8423809"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3AE62C73-3AFD-4F3C-EBC7-44B81FAD1DBA}"/>
              </a:ext>
            </a:extLst>
          </p:cNvPr>
          <p:cNvPicPr>
            <a:picLocks noChangeAspect="1"/>
          </p:cNvPicPr>
          <p:nvPr/>
        </p:nvPicPr>
        <p:blipFill>
          <a:blip r:embed="rId2"/>
          <a:srcRect b="1515"/>
          <a:stretch/>
        </p:blipFill>
        <p:spPr>
          <a:xfrm>
            <a:off x="719403" y="364142"/>
            <a:ext cx="7777234" cy="4146476"/>
          </a:xfrm>
          <a:prstGeom prst="rect">
            <a:avLst/>
          </a:prstGeom>
        </p:spPr>
      </p:pic>
      <p:sp>
        <p:nvSpPr>
          <p:cNvPr id="45" name="Rectangle 44">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817950" y="5666847"/>
            <a:ext cx="1463040" cy="342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48BDA76-81BF-2FC8-A542-C1BC147C8A09}"/>
              </a:ext>
            </a:extLst>
          </p:cNvPr>
          <p:cNvSpPr>
            <a:spLocks noGrp="1"/>
          </p:cNvSpPr>
          <p:nvPr>
            <p:ph type="subTitle" idx="1"/>
          </p:nvPr>
        </p:nvSpPr>
        <p:spPr>
          <a:xfrm>
            <a:off x="3872039" y="4883544"/>
            <a:ext cx="4940186" cy="1556907"/>
          </a:xfrm>
        </p:spPr>
        <p:txBody>
          <a:bodyPr vert="horz" lIns="91440" tIns="45720" rIns="91440" bIns="45720" rtlCol="0" anchor="ctr">
            <a:normAutofit/>
          </a:bodyPr>
          <a:lstStyle/>
          <a:p>
            <a:pPr indent="-228600" algn="l" defTabSz="914400">
              <a:lnSpc>
                <a:spcPct val="90000"/>
              </a:lnSpc>
              <a:buFont typeface="Arial" panose="020B0604020202020204" pitchFamily="34" charset="0"/>
              <a:buChar char="•"/>
            </a:pPr>
            <a:r>
              <a:rPr lang="en-US" sz="1000">
                <a:solidFill>
                  <a:schemeClr val="tx1"/>
                </a:solidFill>
              </a:rPr>
              <a:t>The current appointment system at HealthyLife Clinic is manual and paper-based, leading to major issues:</a:t>
            </a:r>
          </a:p>
          <a:p>
            <a:pPr indent="-228600" algn="l" defTabSz="914400">
              <a:lnSpc>
                <a:spcPct val="90000"/>
              </a:lnSpc>
              <a:buFont typeface="Arial" panose="020B0604020202020204" pitchFamily="34" charset="0"/>
              <a:buChar char="•"/>
            </a:pPr>
            <a:r>
              <a:rPr lang="en-US" sz="1000">
                <a:solidFill>
                  <a:schemeClr val="tx1"/>
                </a:solidFill>
              </a:rPr>
              <a:t>Patients often get double-booked due to overlapping paper entries</a:t>
            </a:r>
          </a:p>
          <a:p>
            <a:pPr indent="-228600" algn="l" defTabSz="914400">
              <a:lnSpc>
                <a:spcPct val="90000"/>
              </a:lnSpc>
              <a:buFont typeface="Arial" panose="020B0604020202020204" pitchFamily="34" charset="0"/>
              <a:buChar char="•"/>
            </a:pPr>
            <a:r>
              <a:rPr lang="en-US" sz="1000">
                <a:solidFill>
                  <a:schemeClr val="tx1"/>
                </a:solidFill>
              </a:rPr>
              <a:t>Long wait times and missed appointments are common</a:t>
            </a:r>
          </a:p>
          <a:p>
            <a:pPr indent="-228600" algn="l" defTabSz="914400">
              <a:lnSpc>
                <a:spcPct val="90000"/>
              </a:lnSpc>
              <a:buFont typeface="Arial" panose="020B0604020202020204" pitchFamily="34" charset="0"/>
              <a:buChar char="•"/>
            </a:pPr>
            <a:r>
              <a:rPr lang="en-US" sz="1000">
                <a:solidFill>
                  <a:schemeClr val="tx1"/>
                </a:solidFill>
              </a:rPr>
              <a:t>Staff face an increased workload, constantly managing paper logs</a:t>
            </a:r>
          </a:p>
          <a:p>
            <a:pPr indent="-228600" algn="l" defTabSz="914400">
              <a:lnSpc>
                <a:spcPct val="90000"/>
              </a:lnSpc>
              <a:buFont typeface="Arial" panose="020B0604020202020204" pitchFamily="34" charset="0"/>
              <a:buChar char="•"/>
            </a:pPr>
            <a:r>
              <a:rPr lang="en-US" sz="1000">
                <a:solidFill>
                  <a:schemeClr val="tx1"/>
                </a:solidFill>
              </a:rPr>
              <a:t>There are no reminders, so patients frequently forget their slots</a:t>
            </a:r>
          </a:p>
          <a:p>
            <a:pPr indent="-228600" algn="l" defTabSz="914400">
              <a:lnSpc>
                <a:spcPct val="90000"/>
              </a:lnSpc>
              <a:buFont typeface="Arial" panose="020B0604020202020204" pitchFamily="34" charset="0"/>
              <a:buChar char="•"/>
            </a:pPr>
            <a:r>
              <a:rPr lang="en-US" sz="1000">
                <a:solidFill>
                  <a:schemeClr val="tx1"/>
                </a:solidFill>
              </a:rPr>
              <a:t>These issues reduce both efficiency and patient satisfaction.</a:t>
            </a:r>
            <a:br>
              <a:rPr lang="en-US" sz="1000">
                <a:solidFill>
                  <a:schemeClr val="tx1"/>
                </a:solidFill>
              </a:rPr>
            </a:br>
            <a:r>
              <a:rPr lang="en-US" sz="1000">
                <a:solidFill>
                  <a:schemeClr val="tx1"/>
                </a:solidFill>
              </a:rPr>
              <a:t>A web-based appointment system is needed to solve these problems and modernize the clinic’s workflow.</a:t>
            </a:r>
          </a:p>
          <a:p>
            <a:pPr indent="-228600" algn="l" defTabSz="914400">
              <a:lnSpc>
                <a:spcPct val="90000"/>
              </a:lnSpc>
              <a:buFont typeface="Arial" panose="020B0604020202020204" pitchFamily="34" charset="0"/>
              <a:buChar char="•"/>
            </a:pPr>
            <a:endParaRPr lang="en-US" sz="1000">
              <a:solidFill>
                <a:schemeClr val="tx1"/>
              </a:solidFill>
            </a:endParaRPr>
          </a:p>
        </p:txBody>
      </p:sp>
    </p:spTree>
    <p:extLst>
      <p:ext uri="{BB962C8B-B14F-4D97-AF65-F5344CB8AC3E}">
        <p14:creationId xmlns:p14="http://schemas.microsoft.com/office/powerpoint/2010/main" val="54725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screenshot of a computer&#10;&#10;AI-generated content may be incorrect.">
            <a:extLst>
              <a:ext uri="{FF2B5EF4-FFF2-40B4-BE49-F238E27FC236}">
                <a16:creationId xmlns:a16="http://schemas.microsoft.com/office/drawing/2014/main" id="{6FED3149-7324-35D7-E3C5-BDC516AEAB2E}"/>
              </a:ext>
            </a:extLst>
          </p:cNvPr>
          <p:cNvPicPr>
            <a:picLocks noChangeAspect="1"/>
          </p:cNvPicPr>
          <p:nvPr/>
        </p:nvPicPr>
        <p:blipFill>
          <a:blip r:embed="rId3"/>
          <a:srcRect l="25478" r="20727" b="1"/>
          <a:stretch/>
        </p:blipFill>
        <p:spPr>
          <a:xfrm>
            <a:off x="2352291" y="10"/>
            <a:ext cx="3734478"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5" name="Picture 4" descr="A screenshot of a medical application&#10;&#10;AI-generated content may be incorrect.">
            <a:extLst>
              <a:ext uri="{FF2B5EF4-FFF2-40B4-BE49-F238E27FC236}">
                <a16:creationId xmlns:a16="http://schemas.microsoft.com/office/drawing/2014/main" id="{B31E03B2-A880-17B3-E9DD-D1619F1CED47}"/>
              </a:ext>
            </a:extLst>
          </p:cNvPr>
          <p:cNvPicPr>
            <a:picLocks noChangeAspect="1"/>
          </p:cNvPicPr>
          <p:nvPr/>
        </p:nvPicPr>
        <p:blipFill>
          <a:blip r:embed="rId4"/>
          <a:srcRect l="23165" r="23272" b="-3"/>
          <a:stretch/>
        </p:blipFill>
        <p:spPr>
          <a:xfrm>
            <a:off x="5536267" y="3456433"/>
            <a:ext cx="3607733"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p:spPr>
      </p:pic>
      <p:pic>
        <p:nvPicPr>
          <p:cNvPr id="16" name="Picture 15" descr="A screenshot of a computer&#10;&#10;AI-generated content may be incorrect.">
            <a:extLst>
              <a:ext uri="{FF2B5EF4-FFF2-40B4-BE49-F238E27FC236}">
                <a16:creationId xmlns:a16="http://schemas.microsoft.com/office/drawing/2014/main" id="{E472264D-9CFE-C9AC-3541-6C1E0C875996}"/>
              </a:ext>
            </a:extLst>
          </p:cNvPr>
          <p:cNvPicPr>
            <a:picLocks noChangeAspect="1"/>
          </p:cNvPicPr>
          <p:nvPr/>
        </p:nvPicPr>
        <p:blipFill>
          <a:blip r:embed="rId5"/>
          <a:srcRect l="19419" r="26552" b="-2"/>
          <a:stretch/>
        </p:blipFill>
        <p:spPr>
          <a:xfrm>
            <a:off x="2392071" y="3456432"/>
            <a:ext cx="369410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p:spPr>
      </p:pic>
      <p:sp useBgFill="1">
        <p:nvSpPr>
          <p:cNvPr id="80" name="Freeform: Shape 79">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959361"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 name="Freeform: Shape 81">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952502"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36042" y="685800"/>
            <a:ext cx="2105406" cy="1325563"/>
          </a:xfrm>
        </p:spPr>
        <p:txBody>
          <a:bodyPr>
            <a:normAutofit/>
          </a:bodyPr>
          <a:lstStyle/>
          <a:p>
            <a:r>
              <a:rPr lang="en-US" sz="2400"/>
              <a:t>Project Objectives</a:t>
            </a:r>
          </a:p>
        </p:txBody>
      </p:sp>
      <p:sp>
        <p:nvSpPr>
          <p:cNvPr id="84" name="Rectangle 83">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90">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4" y="2089941"/>
            <a:ext cx="21259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descr="A screenshot of a computer&#10;&#10;AI-generated content may be incorrect.">
            <a:extLst>
              <a:ext uri="{FF2B5EF4-FFF2-40B4-BE49-F238E27FC236}">
                <a16:creationId xmlns:a16="http://schemas.microsoft.com/office/drawing/2014/main" id="{1CCEF3BE-694F-21B3-FC56-6518194213CA}"/>
              </a:ext>
            </a:extLst>
          </p:cNvPr>
          <p:cNvPicPr>
            <a:picLocks noChangeAspect="1"/>
          </p:cNvPicPr>
          <p:nvPr/>
        </p:nvPicPr>
        <p:blipFill>
          <a:blip r:embed="rId6"/>
          <a:srcRect l="23876" r="23873" b="2"/>
          <a:stretch/>
        </p:blipFill>
        <p:spPr>
          <a:xfrm>
            <a:off x="5553279" y="10"/>
            <a:ext cx="3590721"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p:spPr>
      </p:pic>
      <p:graphicFrame>
        <p:nvGraphicFramePr>
          <p:cNvPr id="7" name="Content Placeholder 2">
            <a:extLst>
              <a:ext uri="{FF2B5EF4-FFF2-40B4-BE49-F238E27FC236}">
                <a16:creationId xmlns:a16="http://schemas.microsoft.com/office/drawing/2014/main" id="{46A3AD81-7E1A-AE5B-437B-C4E2BA721618}"/>
              </a:ext>
            </a:extLst>
          </p:cNvPr>
          <p:cNvGraphicFramePr>
            <a:graphicFrameLocks noGrp="1"/>
          </p:cNvGraphicFramePr>
          <p:nvPr>
            <p:ph idx="1"/>
            <p:extLst>
              <p:ext uri="{D42A27DB-BD31-4B8C-83A1-F6EECF244321}">
                <p14:modId xmlns:p14="http://schemas.microsoft.com/office/powerpoint/2010/main" val="4193755668"/>
              </p:ext>
            </p:extLst>
          </p:nvPr>
        </p:nvGraphicFramePr>
        <p:xfrm>
          <a:off x="336042" y="2258568"/>
          <a:ext cx="2105406" cy="39227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17544" y="536210"/>
            <a:ext cx="304800" cy="322326"/>
            <a:chOff x="215328" y="-46937"/>
            <a:chExt cx="304800" cy="2773841"/>
          </a:xfrm>
        </p:grpSpPr>
        <p:cxnSp>
          <p:nvCxnSpPr>
            <p:cNvPr id="25" name="Straight Connector 24">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5BE0D975-7725-493F-8862-ED40C46BE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75420"/>
            <a:ext cx="9036544" cy="4093306"/>
            <a:chOff x="1" y="2075420"/>
            <a:chExt cx="12048729" cy="4093306"/>
          </a:xfrm>
        </p:grpSpPr>
        <p:sp>
          <p:nvSpPr>
            <p:cNvPr id="31" name="Oval 30">
              <a:extLst>
                <a:ext uri="{FF2B5EF4-FFF2-40B4-BE49-F238E27FC236}">
                  <a16:creationId xmlns:a16="http://schemas.microsoft.com/office/drawing/2014/main" id="{683F0D96-8CD4-4CDE-B0CC-657797260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24C51D7-954A-4143-B39C-4752FA3B6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491EF17-1635-4AEB-AC11-07BA2A119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2F202BA-4686-4BC5-8CA5-60010A0FC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753C14B0-1161-49D1-9AAC-B4BAD7436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E96422-DF7F-4DB7-9786-EABEBF8BC6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descr="A screenshot of a computer&#10;&#10;AI-generated content may be incorrect.">
            <a:extLst>
              <a:ext uri="{FF2B5EF4-FFF2-40B4-BE49-F238E27FC236}">
                <a16:creationId xmlns:a16="http://schemas.microsoft.com/office/drawing/2014/main" id="{E10BE117-870E-362C-0498-5ED52348EF42}"/>
              </a:ext>
            </a:extLst>
          </p:cNvPr>
          <p:cNvPicPr>
            <a:picLocks noChangeAspect="1"/>
          </p:cNvPicPr>
          <p:nvPr/>
        </p:nvPicPr>
        <p:blipFill>
          <a:blip r:embed="rId2"/>
          <a:stretch>
            <a:fillRect/>
          </a:stretch>
        </p:blipFill>
        <p:spPr>
          <a:xfrm>
            <a:off x="293361" y="338510"/>
            <a:ext cx="3998174" cy="2872776"/>
          </a:xfrm>
          <a:prstGeom prst="rect">
            <a:avLst/>
          </a:prstGeom>
        </p:spPr>
      </p:pic>
      <p:sp>
        <p:nvSpPr>
          <p:cNvPr id="38" name="Rectangle 37">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79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4654" y="317578"/>
            <a:ext cx="411480" cy="549007"/>
            <a:chOff x="7029447" y="3514725"/>
            <a:chExt cx="1285875" cy="549007"/>
          </a:xfrm>
        </p:grpSpPr>
        <p:cxnSp>
          <p:nvCxnSpPr>
            <p:cNvPr id="41" name="Straight Connector 40">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9" name="Picture 8" descr="A screenshot of a computer&#10;&#10;AI-generated content may be incorrect.">
            <a:extLst>
              <a:ext uri="{FF2B5EF4-FFF2-40B4-BE49-F238E27FC236}">
                <a16:creationId xmlns:a16="http://schemas.microsoft.com/office/drawing/2014/main" id="{8601D40D-347B-55BE-E68D-F9DBAC5C3BE7}"/>
              </a:ext>
            </a:extLst>
          </p:cNvPr>
          <p:cNvPicPr>
            <a:picLocks noChangeAspect="1"/>
          </p:cNvPicPr>
          <p:nvPr/>
        </p:nvPicPr>
        <p:blipFill>
          <a:blip r:embed="rId3"/>
          <a:stretch>
            <a:fillRect/>
          </a:stretch>
        </p:blipFill>
        <p:spPr>
          <a:xfrm>
            <a:off x="4611833" y="338510"/>
            <a:ext cx="3998173" cy="2872776"/>
          </a:xfrm>
          <a:prstGeom prst="rect">
            <a:avLst/>
          </a:prstGeom>
        </p:spPr>
      </p:pic>
      <p:sp>
        <p:nvSpPr>
          <p:cNvPr id="46" name="Rectangle 45">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45785" y="5940560"/>
            <a:ext cx="1285875" cy="549007"/>
            <a:chOff x="7029447" y="3514725"/>
            <a:chExt cx="1285875" cy="549007"/>
          </a:xfrm>
        </p:grpSpPr>
        <p:cxnSp>
          <p:nvCxnSpPr>
            <p:cNvPr id="49" name="Straight Connector 48">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473202" y="4018137"/>
            <a:ext cx="3488307" cy="2129586"/>
          </a:xfrm>
          <a:noFill/>
        </p:spPr>
        <p:txBody>
          <a:bodyPr anchor="t">
            <a:normAutofit/>
          </a:bodyPr>
          <a:lstStyle/>
          <a:p>
            <a:pPr algn="l"/>
            <a:r>
              <a:rPr lang="en-US" sz="4200">
                <a:solidFill>
                  <a:schemeClr val="bg1"/>
                </a:solidFill>
              </a:rPr>
              <a:t>Functional Requirements</a:t>
            </a:r>
          </a:p>
        </p:txBody>
      </p:sp>
      <p:sp>
        <p:nvSpPr>
          <p:cNvPr id="3" name="Content Placeholder 2"/>
          <p:cNvSpPr>
            <a:spLocks noGrp="1"/>
          </p:cNvSpPr>
          <p:nvPr>
            <p:ph idx="1"/>
          </p:nvPr>
        </p:nvSpPr>
        <p:spPr>
          <a:xfrm>
            <a:off x="4114560" y="4018143"/>
            <a:ext cx="4495999" cy="2129599"/>
          </a:xfrm>
          <a:noFill/>
        </p:spPr>
        <p:txBody>
          <a:bodyPr anchor="t">
            <a:normAutofit/>
          </a:bodyPr>
          <a:lstStyle/>
          <a:p>
            <a:pPr marL="0" indent="0">
              <a:buNone/>
            </a:pPr>
            <a:r>
              <a:rPr lang="en-US" sz="1600">
                <a:solidFill>
                  <a:schemeClr val="bg1"/>
                </a:solidFill>
              </a:rPr>
              <a:t>• Patients can book, cancel, or reschedule appointments</a:t>
            </a:r>
            <a:br>
              <a:rPr lang="en-US" sz="1600">
                <a:solidFill>
                  <a:schemeClr val="bg1"/>
                </a:solidFill>
              </a:rPr>
            </a:br>
            <a:r>
              <a:rPr lang="en-US" sz="1600">
                <a:solidFill>
                  <a:schemeClr val="bg1"/>
                </a:solidFill>
              </a:rPr>
              <a:t>• Doctors can update their availability</a:t>
            </a:r>
            <a:br>
              <a:rPr lang="en-US" sz="1600">
                <a:solidFill>
                  <a:schemeClr val="bg1"/>
                </a:solidFill>
              </a:rPr>
            </a:br>
            <a:r>
              <a:rPr lang="en-US" sz="1600">
                <a:solidFill>
                  <a:schemeClr val="bg1"/>
                </a:solidFill>
              </a:rPr>
              <a:t>• Admins manage all users and appointments</a:t>
            </a:r>
            <a:br>
              <a:rPr lang="en-US" sz="1600">
                <a:solidFill>
                  <a:schemeClr val="bg1"/>
                </a:solidFill>
              </a:rPr>
            </a:br>
            <a:r>
              <a:rPr lang="en-US" sz="1600">
                <a:solidFill>
                  <a:schemeClr val="bg1"/>
                </a:solidFill>
              </a:rPr>
              <a:t>• Automatic email/SMS reminders</a:t>
            </a:r>
            <a:br>
              <a:rPr lang="en-US" sz="1600">
                <a:solidFill>
                  <a:schemeClr val="bg1"/>
                </a:solidFill>
              </a:rPr>
            </a:br>
            <a:r>
              <a:rPr lang="en-US" sz="1600">
                <a:solidFill>
                  <a:schemeClr val="bg1"/>
                </a:solidFill>
              </a:rPr>
              <a:t>• No double-booking — system checks availability</a:t>
            </a:r>
            <a:br>
              <a:rPr lang="en-US" sz="1600">
                <a:solidFill>
                  <a:schemeClr val="bg1"/>
                </a:solidFill>
              </a:rPr>
            </a:br>
            <a:r>
              <a:rPr lang="en-US" sz="1600">
                <a:solidFill>
                  <a:schemeClr val="bg1"/>
                </a:solidFill>
              </a:rPr>
              <a:t>• Fully mobile-friendly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5897CCA-486C-491C-B4C1-5E5C95A82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3991" y="385474"/>
            <a:ext cx="4767454" cy="1843283"/>
          </a:xfrm>
        </p:spPr>
        <p:txBody>
          <a:bodyPr>
            <a:normAutofit/>
          </a:bodyPr>
          <a:lstStyle/>
          <a:p>
            <a:r>
              <a:rPr lang="en-US" sz="3500"/>
              <a:t>User Interface Mockups</a:t>
            </a:r>
          </a:p>
        </p:txBody>
      </p:sp>
      <p:pic>
        <p:nvPicPr>
          <p:cNvPr id="6" name="Picture 5">
            <a:extLst>
              <a:ext uri="{FF2B5EF4-FFF2-40B4-BE49-F238E27FC236}">
                <a16:creationId xmlns:a16="http://schemas.microsoft.com/office/drawing/2014/main" id="{3A46CFA6-DD38-1574-F698-CE98B340B301}"/>
              </a:ext>
            </a:extLst>
          </p:cNvPr>
          <p:cNvPicPr>
            <a:picLocks noChangeAspect="1"/>
          </p:cNvPicPr>
          <p:nvPr/>
        </p:nvPicPr>
        <p:blipFill>
          <a:blip r:embed="rId2"/>
          <a:srcRect l="28667" r="35432" b="2"/>
          <a:stretch/>
        </p:blipFill>
        <p:spPr>
          <a:xfrm>
            <a:off x="5667306" y="557190"/>
            <a:ext cx="2996946" cy="5571896"/>
          </a:xfrm>
          <a:prstGeom prst="rect">
            <a:avLst/>
          </a:prstGeom>
          <a:effectLst/>
        </p:spPr>
      </p:pic>
      <p:graphicFrame>
        <p:nvGraphicFramePr>
          <p:cNvPr id="20" name="Content Placeholder 2">
            <a:extLst>
              <a:ext uri="{FF2B5EF4-FFF2-40B4-BE49-F238E27FC236}">
                <a16:creationId xmlns:a16="http://schemas.microsoft.com/office/drawing/2014/main" id="{EC447594-611B-1D25-2E83-934038DCF48D}"/>
              </a:ext>
            </a:extLst>
          </p:cNvPr>
          <p:cNvGraphicFramePr>
            <a:graphicFrameLocks noGrp="1"/>
          </p:cNvGraphicFramePr>
          <p:nvPr>
            <p:ph idx="1"/>
            <p:extLst>
              <p:ext uri="{D42A27DB-BD31-4B8C-83A1-F6EECF244321}">
                <p14:modId xmlns:p14="http://schemas.microsoft.com/office/powerpoint/2010/main" val="2070271160"/>
              </p:ext>
            </p:extLst>
          </p:nvPr>
        </p:nvGraphicFramePr>
        <p:xfrm>
          <a:off x="623990" y="2400472"/>
          <a:ext cx="4768824" cy="37286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3EEB8ED6-9142-4A11-B029-18DDE98C4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B23D0-8296-85FB-7EAC-D50651E4EA9E}"/>
              </a:ext>
            </a:extLst>
          </p:cNvPr>
          <p:cNvSpPr>
            <a:spLocks noGrp="1"/>
          </p:cNvSpPr>
          <p:nvPr>
            <p:ph type="title"/>
          </p:nvPr>
        </p:nvSpPr>
        <p:spPr>
          <a:xfrm>
            <a:off x="0" y="0"/>
            <a:ext cx="7886700" cy="925000"/>
          </a:xfrm>
        </p:spPr>
        <p:txBody>
          <a:bodyPr vert="horz" lIns="91440" tIns="45720" rIns="91440" bIns="45720" rtlCol="0" anchor="ctr">
            <a:normAutofit/>
          </a:bodyPr>
          <a:lstStyle/>
          <a:p>
            <a:pPr defTabSz="914400">
              <a:lnSpc>
                <a:spcPct val="90000"/>
              </a:lnSpc>
            </a:pPr>
            <a:r>
              <a:rPr lang="en-US" sz="3500" b="1" dirty="0"/>
              <a:t>Database Schema</a:t>
            </a:r>
            <a:r>
              <a:rPr lang="en-US" sz="3500" dirty="0"/>
              <a:t> - ER Diagram</a:t>
            </a:r>
          </a:p>
        </p:txBody>
      </p:sp>
      <p:pic>
        <p:nvPicPr>
          <p:cNvPr id="10" name="Picture Placeholder 9" descr="A paper with red squares&#10;&#10;AI-generated content may be incorrect.">
            <a:extLst>
              <a:ext uri="{FF2B5EF4-FFF2-40B4-BE49-F238E27FC236}">
                <a16:creationId xmlns:a16="http://schemas.microsoft.com/office/drawing/2014/main" id="{B5A5D983-8581-8BA5-3D8F-4A77F9998F77}"/>
              </a:ext>
            </a:extLst>
          </p:cNvPr>
          <p:cNvPicPr>
            <a:picLocks noGrp="1" noChangeAspect="1"/>
          </p:cNvPicPr>
          <p:nvPr>
            <p:ph type="pic" idx="1"/>
          </p:nvPr>
        </p:nvPicPr>
        <p:blipFill>
          <a:blip r:embed="rId2"/>
          <a:srcRect l="9394" r="9395" b="1"/>
          <a:stretch/>
        </p:blipFill>
        <p:spPr>
          <a:xfrm>
            <a:off x="-1" y="834887"/>
            <a:ext cx="6293359" cy="6023113"/>
          </a:xfrm>
          <a:prstGeom prst="rect">
            <a:avLst/>
          </a:prstGeom>
        </p:spPr>
      </p:pic>
      <p:graphicFrame>
        <p:nvGraphicFramePr>
          <p:cNvPr id="14" name="Text Placeholder 3">
            <a:extLst>
              <a:ext uri="{FF2B5EF4-FFF2-40B4-BE49-F238E27FC236}">
                <a16:creationId xmlns:a16="http://schemas.microsoft.com/office/drawing/2014/main" id="{69ECAFF9-25BE-446B-CFD5-438D9689235E}"/>
              </a:ext>
            </a:extLst>
          </p:cNvPr>
          <p:cNvGraphicFramePr/>
          <p:nvPr>
            <p:extLst>
              <p:ext uri="{D42A27DB-BD31-4B8C-83A1-F6EECF244321}">
                <p14:modId xmlns:p14="http://schemas.microsoft.com/office/powerpoint/2010/main" val="3037142613"/>
              </p:ext>
            </p:extLst>
          </p:nvPr>
        </p:nvGraphicFramePr>
        <p:xfrm>
          <a:off x="6293358" y="1825625"/>
          <a:ext cx="2850642" cy="43034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0893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66BFBBC-1127-E5F8-C966-4169428FC8CD}"/>
              </a:ext>
            </a:extLst>
          </p:cNvPr>
          <p:cNvSpPr>
            <a:spLocks noGrp="1"/>
          </p:cNvSpPr>
          <p:nvPr>
            <p:ph type="title"/>
          </p:nvPr>
        </p:nvSpPr>
        <p:spPr>
          <a:xfrm>
            <a:off x="628650" y="448721"/>
            <a:ext cx="3530753" cy="1225650"/>
          </a:xfrm>
        </p:spPr>
        <p:txBody>
          <a:bodyPr vert="horz" lIns="91440" tIns="45720" rIns="91440" bIns="45720" rtlCol="0" anchor="b">
            <a:normAutofit/>
          </a:bodyPr>
          <a:lstStyle/>
          <a:p>
            <a:pPr defTabSz="914400">
              <a:lnSpc>
                <a:spcPct val="90000"/>
              </a:lnSpc>
            </a:pPr>
            <a:r>
              <a:rPr lang="en-US" sz="3300" kern="1200">
                <a:solidFill>
                  <a:schemeClr val="bg1"/>
                </a:solidFill>
                <a:latin typeface="+mj-lt"/>
                <a:ea typeface="+mj-ea"/>
                <a:cs typeface="+mj-cs"/>
              </a:rPr>
              <a:t>Data Flow Diagram (DFD) </a:t>
            </a:r>
          </a:p>
        </p:txBody>
      </p:sp>
      <p:cxnSp>
        <p:nvCxnSpPr>
          <p:cNvPr id="50" name="Straight Connector 49">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904" y="1749756"/>
            <a:ext cx="353872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2CAFBA99-BC14-46B5-CF70-FD4A9CA47FDA}"/>
              </a:ext>
            </a:extLst>
          </p:cNvPr>
          <p:cNvSpPr>
            <a:spLocks noGrp="1"/>
          </p:cNvSpPr>
          <p:nvPr>
            <p:ph type="body" sz="half" idx="2"/>
          </p:nvPr>
        </p:nvSpPr>
        <p:spPr>
          <a:xfrm>
            <a:off x="673326" y="1909192"/>
            <a:ext cx="3439885" cy="3647710"/>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600">
                <a:solidFill>
                  <a:schemeClr val="bg1"/>
                </a:solidFill>
              </a:rPr>
              <a:t>The DFD shows the flow of data through the HealthyLife Clinic Appointment Scheduling System:</a:t>
            </a:r>
          </a:p>
          <a:p>
            <a:pPr indent="-228600" defTabSz="914400">
              <a:lnSpc>
                <a:spcPct val="90000"/>
              </a:lnSpc>
              <a:buFont typeface="Arial" panose="020B0604020202020204" pitchFamily="34" charset="0"/>
              <a:buChar char="•"/>
            </a:pPr>
            <a:r>
              <a:rPr lang="en-US" sz="1600">
                <a:solidFill>
                  <a:schemeClr val="bg1"/>
                </a:solidFill>
              </a:rPr>
              <a:t>Patient provides login details and selects appointment preferences.</a:t>
            </a:r>
          </a:p>
          <a:p>
            <a:pPr indent="-228600" defTabSz="914400">
              <a:lnSpc>
                <a:spcPct val="90000"/>
              </a:lnSpc>
              <a:buFont typeface="Arial" panose="020B0604020202020204" pitchFamily="34" charset="0"/>
              <a:buChar char="•"/>
            </a:pPr>
            <a:r>
              <a:rPr lang="en-US" sz="1600">
                <a:solidFill>
                  <a:schemeClr val="bg1"/>
                </a:solidFill>
              </a:rPr>
              <a:t>Two doctors have available appointment times. Admin manages appointments and sends confirmation reminders.</a:t>
            </a:r>
          </a:p>
          <a:p>
            <a:pPr indent="-228600" defTabSz="914400">
              <a:lnSpc>
                <a:spcPct val="90000"/>
              </a:lnSpc>
              <a:buFont typeface="Arial" panose="020B0604020202020204" pitchFamily="34" charset="0"/>
              <a:buChar char="•"/>
            </a:pPr>
            <a:r>
              <a:rPr lang="en-US" sz="1600">
                <a:solidFill>
                  <a:schemeClr val="bg1"/>
                </a:solidFill>
              </a:rPr>
              <a:t>System stores appointment details and sends automatic notifications to patients.</a:t>
            </a:r>
          </a:p>
          <a:p>
            <a:pPr indent="-228600" defTabSz="914400">
              <a:lnSpc>
                <a:spcPct val="90000"/>
              </a:lnSpc>
              <a:buFont typeface="Arial" panose="020B0604020202020204" pitchFamily="34" charset="0"/>
              <a:buChar char="•"/>
            </a:pPr>
            <a:r>
              <a:rPr lang="en-US" sz="1600">
                <a:solidFill>
                  <a:schemeClr val="bg1"/>
                </a:solidFill>
              </a:rPr>
              <a:t>The diagram includes external entities like Users (Patient/Doctor), System, and Admin</a:t>
            </a:r>
          </a:p>
          <a:p>
            <a:pPr indent="-228600" defTabSz="914400">
              <a:lnSpc>
                <a:spcPct val="90000"/>
              </a:lnSpc>
              <a:buFont typeface="Arial" panose="020B0604020202020204" pitchFamily="34" charset="0"/>
              <a:buChar char="•"/>
            </a:pPr>
            <a:endParaRPr lang="en-US" sz="1600">
              <a:solidFill>
                <a:schemeClr val="bg1"/>
              </a:solidFill>
            </a:endParaRPr>
          </a:p>
        </p:txBody>
      </p:sp>
      <p:pic>
        <p:nvPicPr>
          <p:cNvPr id="6" name="Picture Placeholder 5" descr="A diagram of a diagram&#10;&#10;AI-generated content may be incorrect.">
            <a:extLst>
              <a:ext uri="{FF2B5EF4-FFF2-40B4-BE49-F238E27FC236}">
                <a16:creationId xmlns:a16="http://schemas.microsoft.com/office/drawing/2014/main" id="{0E879F34-2486-AD0A-3BD2-3D2702FA3A9C}"/>
              </a:ext>
            </a:extLst>
          </p:cNvPr>
          <p:cNvPicPr>
            <a:picLocks noGrp="1" noChangeAspect="1"/>
          </p:cNvPicPr>
          <p:nvPr>
            <p:ph type="pic" idx="1"/>
          </p:nvPr>
        </p:nvPicPr>
        <p:blipFill>
          <a:blip r:embed="rId2"/>
          <a:srcRect l="5259" r="4" b="4"/>
          <a:stretch/>
        </p:blipFill>
        <p:spPr>
          <a:xfrm>
            <a:off x="4894089" y="1"/>
            <a:ext cx="4249911" cy="3398024"/>
          </a:xfrm>
          <a:prstGeom prst="rect">
            <a:avLst/>
          </a:prstGeom>
        </p:spPr>
      </p:pic>
      <p:cxnSp>
        <p:nvCxnSpPr>
          <p:cNvPr id="28" name="Straight Connector 27">
            <a:extLst>
              <a:ext uri="{FF2B5EF4-FFF2-40B4-BE49-F238E27FC236}">
                <a16:creationId xmlns:a16="http://schemas.microsoft.com/office/drawing/2014/main" id="{CA240C79-242E-4918-9F28-B101847D1C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891707" y="3386960"/>
            <a:ext cx="425229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5520" y="5707672"/>
            <a:ext cx="35354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Picture 7" descr="A diagram of a schedule&#10;&#10;AI-generated content may be incorrect.">
            <a:extLst>
              <a:ext uri="{FF2B5EF4-FFF2-40B4-BE49-F238E27FC236}">
                <a16:creationId xmlns:a16="http://schemas.microsoft.com/office/drawing/2014/main" id="{1AA71231-4F77-0EF0-11DB-D0ADD3623979}"/>
              </a:ext>
            </a:extLst>
          </p:cNvPr>
          <p:cNvPicPr>
            <a:picLocks noChangeAspect="1"/>
          </p:cNvPicPr>
          <p:nvPr/>
        </p:nvPicPr>
        <p:blipFill>
          <a:blip r:embed="rId3"/>
          <a:srcRect r="3471" b="1"/>
          <a:stretch/>
        </p:blipFill>
        <p:spPr>
          <a:xfrm>
            <a:off x="4891707" y="3398024"/>
            <a:ext cx="4252293" cy="3469076"/>
          </a:xfrm>
          <a:prstGeom prst="rect">
            <a:avLst/>
          </a:prstGeom>
        </p:spPr>
      </p:pic>
    </p:spTree>
    <p:extLst>
      <p:ext uri="{BB962C8B-B14F-4D97-AF65-F5344CB8AC3E}">
        <p14:creationId xmlns:p14="http://schemas.microsoft.com/office/powerpoint/2010/main" val="3664207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718713"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8952FBA-D2BA-4F73-5B1E-C593D06B9FE2}"/>
              </a:ext>
            </a:extLst>
          </p:cNvPr>
          <p:cNvSpPr>
            <a:spLocks noGrp="1"/>
          </p:cNvSpPr>
          <p:nvPr>
            <p:ph type="title"/>
          </p:nvPr>
        </p:nvSpPr>
        <p:spPr>
          <a:xfrm>
            <a:off x="628649" y="1068891"/>
            <a:ext cx="3194798" cy="1985085"/>
          </a:xfrm>
        </p:spPr>
        <p:txBody>
          <a:bodyPr vert="horz" lIns="91440" tIns="45720" rIns="91440" bIns="45720" rtlCol="0" anchor="b">
            <a:normAutofit/>
          </a:bodyPr>
          <a:lstStyle/>
          <a:p>
            <a:pPr algn="ctr" defTabSz="914400">
              <a:lnSpc>
                <a:spcPct val="90000"/>
              </a:lnSpc>
            </a:pPr>
            <a:r>
              <a:rPr lang="en-US" sz="4400" kern="1200">
                <a:solidFill>
                  <a:schemeClr val="tx1"/>
                </a:solidFill>
                <a:latin typeface="+mj-lt"/>
                <a:ea typeface="+mj-ea"/>
                <a:cs typeface="+mj-cs"/>
              </a:rPr>
              <a:t>System Architecture</a:t>
            </a:r>
          </a:p>
        </p:txBody>
      </p:sp>
      <p:sp>
        <p:nvSpPr>
          <p:cNvPr id="15" name="Freeform: Shape 14">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998" y="3440576"/>
            <a:ext cx="30861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Picture Placeholder 5" descr="A diagram of a diagram&#10;&#10;AI-generated content may be incorrect.">
            <a:extLst>
              <a:ext uri="{FF2B5EF4-FFF2-40B4-BE49-F238E27FC236}">
                <a16:creationId xmlns:a16="http://schemas.microsoft.com/office/drawing/2014/main" id="{9895D88E-5882-973B-324B-E355E4D202C2}"/>
              </a:ext>
            </a:extLst>
          </p:cNvPr>
          <p:cNvPicPr>
            <a:picLocks noGrp="1" noChangeAspect="1"/>
          </p:cNvPicPr>
          <p:nvPr>
            <p:ph type="pic" idx="1"/>
          </p:nvPr>
        </p:nvPicPr>
        <p:blipFill>
          <a:blip r:embed="rId2"/>
          <a:srcRect t="6380" b="6380"/>
          <a:stretch>
            <a:fillRect/>
          </a:stretch>
        </p:blipFill>
        <p:spPr>
          <a:xfrm>
            <a:off x="787212" y="3980695"/>
            <a:ext cx="2877671" cy="1600431"/>
          </a:xfrm>
          <a:prstGeom prst="rect">
            <a:avLst/>
          </a:prstGeom>
        </p:spPr>
      </p:pic>
      <p:sp>
        <p:nvSpPr>
          <p:cNvPr id="17"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5641" y="5840345"/>
            <a:ext cx="1280813"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9D237164-312F-4025-EC80-A016F0E9B244}"/>
              </a:ext>
            </a:extLst>
          </p:cNvPr>
          <p:cNvSpPr>
            <a:spLocks noGrp="1"/>
          </p:cNvSpPr>
          <p:nvPr>
            <p:ph type="body" sz="half" idx="2"/>
          </p:nvPr>
        </p:nvSpPr>
        <p:spPr>
          <a:xfrm>
            <a:off x="4939811" y="723153"/>
            <a:ext cx="3416836" cy="5392482"/>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600"/>
              <a:t>The architecture of the HealthyLife Clinic Appointment Scheduling System is based on a three-tier architecture:</a:t>
            </a:r>
          </a:p>
          <a:p>
            <a:pPr indent="-228600" defTabSz="914400">
              <a:lnSpc>
                <a:spcPct val="90000"/>
              </a:lnSpc>
              <a:buFont typeface="Arial" panose="020B0604020202020204" pitchFamily="34" charset="0"/>
              <a:buChar char="•"/>
            </a:pPr>
            <a:r>
              <a:rPr lang="en-US" sz="1600" b="1"/>
              <a:t>Presentation Layer (Frontend)</a:t>
            </a:r>
            <a:r>
              <a:rPr lang="en-US" sz="1600"/>
              <a:t>:</a:t>
            </a:r>
          </a:p>
          <a:p>
            <a:pPr marL="742950" lvl="1" indent="-228600" defTabSz="914400">
              <a:lnSpc>
                <a:spcPct val="90000"/>
              </a:lnSpc>
              <a:buFont typeface="Arial" panose="020B0604020202020204" pitchFamily="34" charset="0"/>
              <a:buChar char="•"/>
            </a:pPr>
            <a:r>
              <a:rPr lang="en-US" sz="1600"/>
              <a:t>Built with HTML, CSS, and JavaScript</a:t>
            </a:r>
          </a:p>
          <a:p>
            <a:pPr marL="742950" lvl="1" indent="-228600" defTabSz="914400">
              <a:lnSpc>
                <a:spcPct val="90000"/>
              </a:lnSpc>
              <a:buFont typeface="Arial" panose="020B0604020202020204" pitchFamily="34" charset="0"/>
              <a:buChar char="•"/>
            </a:pPr>
            <a:r>
              <a:rPr lang="en-US" sz="1600"/>
              <a:t>Handles user interfaces for patients, doctors, and admins</a:t>
            </a:r>
          </a:p>
          <a:p>
            <a:pPr indent="-228600" defTabSz="914400">
              <a:lnSpc>
                <a:spcPct val="90000"/>
              </a:lnSpc>
              <a:buFont typeface="Arial" panose="020B0604020202020204" pitchFamily="34" charset="0"/>
              <a:buChar char="•"/>
            </a:pPr>
            <a:r>
              <a:rPr lang="en-US" sz="1600" b="1"/>
              <a:t>Business Logic Layer (Backend)</a:t>
            </a:r>
            <a:r>
              <a:rPr lang="en-US" sz="1600"/>
              <a:t>:</a:t>
            </a:r>
          </a:p>
          <a:p>
            <a:pPr marL="742950" lvl="1" indent="-228600" defTabSz="914400">
              <a:lnSpc>
                <a:spcPct val="90000"/>
              </a:lnSpc>
              <a:buFont typeface="Arial" panose="020B0604020202020204" pitchFamily="34" charset="0"/>
              <a:buChar char="•"/>
            </a:pPr>
            <a:r>
              <a:rPr lang="en-US" sz="1600"/>
              <a:t>Handles business rules like appointment scheduling, availability checking</a:t>
            </a:r>
          </a:p>
          <a:p>
            <a:pPr marL="742950" lvl="1" indent="-228600" defTabSz="914400">
              <a:lnSpc>
                <a:spcPct val="90000"/>
              </a:lnSpc>
              <a:buFont typeface="Arial" panose="020B0604020202020204" pitchFamily="34" charset="0"/>
              <a:buChar char="•"/>
            </a:pPr>
            <a:r>
              <a:rPr lang="en-US" sz="1600"/>
              <a:t>Developed using PHP/Python</a:t>
            </a:r>
          </a:p>
          <a:p>
            <a:pPr indent="-228600" defTabSz="914400">
              <a:lnSpc>
                <a:spcPct val="90000"/>
              </a:lnSpc>
              <a:buFont typeface="Arial" panose="020B0604020202020204" pitchFamily="34" charset="0"/>
              <a:buChar char="•"/>
            </a:pPr>
            <a:r>
              <a:rPr lang="en-US" sz="1600" b="1"/>
              <a:t>Data Layer (Database)</a:t>
            </a:r>
            <a:r>
              <a:rPr lang="en-US" sz="1600"/>
              <a:t>:</a:t>
            </a:r>
          </a:p>
          <a:p>
            <a:pPr marL="742950" lvl="1" indent="-228600" defTabSz="914400">
              <a:lnSpc>
                <a:spcPct val="90000"/>
              </a:lnSpc>
              <a:buFont typeface="Arial" panose="020B0604020202020204" pitchFamily="34" charset="0"/>
              <a:buChar char="•"/>
            </a:pPr>
            <a:r>
              <a:rPr lang="en-US" sz="1600"/>
              <a:t>Stores user data, appointments, and notifications</a:t>
            </a:r>
          </a:p>
          <a:p>
            <a:pPr marL="742950" lvl="1" indent="-228600" defTabSz="914400">
              <a:lnSpc>
                <a:spcPct val="90000"/>
              </a:lnSpc>
              <a:buFont typeface="Arial" panose="020B0604020202020204" pitchFamily="34" charset="0"/>
              <a:buChar char="•"/>
            </a:pPr>
            <a:r>
              <a:rPr lang="en-US" sz="1600"/>
              <a:t>Use MySQL for data storage and retrieval</a:t>
            </a:r>
          </a:p>
          <a:p>
            <a:pPr indent="-228600" defTabSz="914400">
              <a:lnSpc>
                <a:spcPct val="90000"/>
              </a:lnSpc>
              <a:buFont typeface="Arial" panose="020B0604020202020204" pitchFamily="34" charset="0"/>
              <a:buChar char="•"/>
            </a:pPr>
            <a:r>
              <a:rPr lang="en-US" sz="1600"/>
              <a:t>This architecture ensures scalability, security, and efficient data handling.</a:t>
            </a:r>
          </a:p>
          <a:p>
            <a:pPr indent="-228600" defTabSz="914400">
              <a:lnSpc>
                <a:spcPct val="90000"/>
              </a:lnSpc>
              <a:buFont typeface="Arial" panose="020B0604020202020204" pitchFamily="34" charset="0"/>
              <a:buChar char="•"/>
            </a:pPr>
            <a:endParaRPr lang="en-US" sz="1600"/>
          </a:p>
        </p:txBody>
      </p:sp>
    </p:spTree>
    <p:extLst>
      <p:ext uri="{BB962C8B-B14F-4D97-AF65-F5344CB8AC3E}">
        <p14:creationId xmlns:p14="http://schemas.microsoft.com/office/powerpoint/2010/main" val="3326915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718713"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7D1FCF5-D340-CB2E-EFA4-8E69283B05DB}"/>
              </a:ext>
            </a:extLst>
          </p:cNvPr>
          <p:cNvSpPr>
            <a:spLocks noGrp="1"/>
          </p:cNvSpPr>
          <p:nvPr>
            <p:ph type="title"/>
          </p:nvPr>
        </p:nvSpPr>
        <p:spPr>
          <a:xfrm>
            <a:off x="37065" y="91767"/>
            <a:ext cx="3194798" cy="1985085"/>
          </a:xfrm>
        </p:spPr>
        <p:txBody>
          <a:bodyPr anchor="b">
            <a:normAutofit/>
          </a:bodyPr>
          <a:lstStyle/>
          <a:p>
            <a:r>
              <a:rPr lang="en-US" dirty="0"/>
              <a:t>Project Timeline</a:t>
            </a:r>
          </a:p>
        </p:txBody>
      </p:sp>
      <p:sp>
        <p:nvSpPr>
          <p:cNvPr id="22" name="Freeform: Shape 21">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998" y="3440576"/>
            <a:ext cx="30861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Picture 4" descr="A paper with a graph&#10;&#10;AI-generated content may be incorrect.">
            <a:extLst>
              <a:ext uri="{FF2B5EF4-FFF2-40B4-BE49-F238E27FC236}">
                <a16:creationId xmlns:a16="http://schemas.microsoft.com/office/drawing/2014/main" id="{75CFA344-10FB-71A0-9491-6784392EA442}"/>
              </a:ext>
            </a:extLst>
          </p:cNvPr>
          <p:cNvPicPr>
            <a:picLocks noChangeAspect="1"/>
          </p:cNvPicPr>
          <p:nvPr/>
        </p:nvPicPr>
        <p:blipFill>
          <a:blip r:embed="rId2"/>
          <a:stretch>
            <a:fillRect/>
          </a:stretch>
        </p:blipFill>
        <p:spPr>
          <a:xfrm>
            <a:off x="0" y="3146612"/>
            <a:ext cx="3769098" cy="3334870"/>
          </a:xfrm>
          <a:prstGeom prst="rect">
            <a:avLst/>
          </a:prstGeom>
        </p:spPr>
      </p:pic>
      <p:sp>
        <p:nvSpPr>
          <p:cNvPr id="23"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5641" y="5840345"/>
            <a:ext cx="1280813"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2">
            <a:extLst>
              <a:ext uri="{FF2B5EF4-FFF2-40B4-BE49-F238E27FC236}">
                <a16:creationId xmlns:a16="http://schemas.microsoft.com/office/drawing/2014/main" id="{520166B4-6942-8B4F-2F24-87D8740B2E21}"/>
              </a:ext>
            </a:extLst>
          </p:cNvPr>
          <p:cNvGraphicFramePr>
            <a:graphicFrameLocks noGrp="1"/>
          </p:cNvGraphicFramePr>
          <p:nvPr>
            <p:ph idx="1"/>
            <p:extLst>
              <p:ext uri="{D42A27DB-BD31-4B8C-83A1-F6EECF244321}">
                <p14:modId xmlns:p14="http://schemas.microsoft.com/office/powerpoint/2010/main" val="1088357685"/>
              </p:ext>
            </p:extLst>
          </p:nvPr>
        </p:nvGraphicFramePr>
        <p:xfrm>
          <a:off x="4939811" y="723153"/>
          <a:ext cx="3416836" cy="5392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9501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35D813D1-BA6B-40B4-A101-04BB89445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 name="Picture 70">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1714" cy="6862380"/>
          </a:xfrm>
          <a:prstGeom prst="rect">
            <a:avLst/>
          </a:prstGeom>
        </p:spPr>
      </p:pic>
      <p:sp>
        <p:nvSpPr>
          <p:cNvPr id="73" name="Rectangle 72">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a:extLst>
              <a:ext uri="{FF2B5EF4-FFF2-40B4-BE49-F238E27FC236}">
                <a16:creationId xmlns:a16="http://schemas.microsoft.com/office/drawing/2014/main" id="{AEA3DFA5-2D7B-4989-8ED7-8321EC114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508" y="0"/>
            <a:ext cx="8359485" cy="6870723"/>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BF5559AB-42D7-0040-F8BA-0DEF6EEF488B}"/>
              </a:ext>
            </a:extLst>
          </p:cNvPr>
          <p:cNvSpPr>
            <a:spLocks noGrp="1"/>
          </p:cNvSpPr>
          <p:nvPr>
            <p:ph type="title"/>
          </p:nvPr>
        </p:nvSpPr>
        <p:spPr>
          <a:xfrm>
            <a:off x="893974" y="900622"/>
            <a:ext cx="2722166" cy="1893524"/>
          </a:xfrm>
        </p:spPr>
        <p:txBody>
          <a:bodyPr anchor="b">
            <a:normAutofit/>
          </a:bodyPr>
          <a:lstStyle/>
          <a:p>
            <a:r>
              <a:rPr lang="en-US" sz="4200" dirty="0" err="1"/>
              <a:t>TeamWork</a:t>
            </a:r>
            <a:r>
              <a:rPr lang="en-US" sz="4200" dirty="0"/>
              <a:t> Log</a:t>
            </a:r>
          </a:p>
        </p:txBody>
      </p:sp>
      <p:sp>
        <p:nvSpPr>
          <p:cNvPr id="3" name="Content Placeholder 2">
            <a:extLst>
              <a:ext uri="{FF2B5EF4-FFF2-40B4-BE49-F238E27FC236}">
                <a16:creationId xmlns:a16="http://schemas.microsoft.com/office/drawing/2014/main" id="{2783F304-C848-8EFA-B67B-C7019C785BE2}"/>
              </a:ext>
            </a:extLst>
          </p:cNvPr>
          <p:cNvSpPr>
            <a:spLocks noGrp="1"/>
          </p:cNvSpPr>
          <p:nvPr>
            <p:ph idx="1"/>
          </p:nvPr>
        </p:nvSpPr>
        <p:spPr>
          <a:xfrm>
            <a:off x="893974" y="2965593"/>
            <a:ext cx="2722166" cy="2941544"/>
          </a:xfrm>
        </p:spPr>
        <p:txBody>
          <a:bodyPr>
            <a:normAutofit/>
          </a:bodyPr>
          <a:lstStyle/>
          <a:p>
            <a:pPr>
              <a:lnSpc>
                <a:spcPct val="90000"/>
              </a:lnSpc>
              <a:buNone/>
            </a:pPr>
            <a:r>
              <a:rPr lang="en-US" sz="1000" dirty="0" err="1"/>
              <a:t>TeamWork</a:t>
            </a:r>
            <a:r>
              <a:rPr lang="en-US" sz="1000" dirty="0"/>
              <a:t> Log – March to April 2025</a:t>
            </a:r>
          </a:p>
          <a:p>
            <a:pPr>
              <a:lnSpc>
                <a:spcPct val="90000"/>
              </a:lnSpc>
              <a:buNone/>
            </a:pPr>
            <a:r>
              <a:rPr lang="en-US" sz="1000" b="1" dirty="0"/>
              <a:t>Yash:</a:t>
            </a:r>
            <a:r>
              <a:rPr lang="en-US" sz="1000" dirty="0"/>
              <a:t> Led and completed the entire project. Designed the frontend UI, built all mockups, wrote the full business proposal, created the training plan, handled the backend form planning, and managed communications with Dr. Garrity. All documents, diagrams, and system elements were created and organized by Yash, Lucky.</a:t>
            </a:r>
            <a:br>
              <a:rPr lang="en-US" sz="1000" dirty="0"/>
            </a:br>
            <a:r>
              <a:rPr lang="en-US" sz="1000" b="1" dirty="0"/>
              <a:t>Rough Hours Per Person:</a:t>
            </a:r>
            <a:endParaRPr lang="en-US" sz="1000" dirty="0"/>
          </a:p>
          <a:p>
            <a:pPr>
              <a:lnSpc>
                <a:spcPct val="90000"/>
              </a:lnSpc>
              <a:buFont typeface="Arial" panose="020B0604020202020204" pitchFamily="34" charset="0"/>
              <a:buChar char="•"/>
            </a:pPr>
            <a:r>
              <a:rPr lang="en-US" sz="1000" b="1" dirty="0"/>
              <a:t>Yash:</a:t>
            </a:r>
            <a:r>
              <a:rPr lang="en-US" sz="1000" dirty="0"/>
              <a:t> 20+ hours (Project Manager – UI, docs, backend, training, communication)</a:t>
            </a:r>
          </a:p>
          <a:p>
            <a:pPr>
              <a:lnSpc>
                <a:spcPct val="90000"/>
              </a:lnSpc>
              <a:buFont typeface="Arial" panose="020B0604020202020204" pitchFamily="34" charset="0"/>
              <a:buChar char="•"/>
            </a:pPr>
            <a:r>
              <a:rPr lang="en-US" sz="1000" b="1" dirty="0"/>
              <a:t>Lucky:</a:t>
            </a:r>
            <a:r>
              <a:rPr lang="en-US" sz="1000" dirty="0"/>
              <a:t> 20+ hours (Initial planning, documentation, and feature breakdown)</a:t>
            </a:r>
          </a:p>
          <a:p>
            <a:pPr>
              <a:lnSpc>
                <a:spcPct val="90000"/>
              </a:lnSpc>
              <a:buFont typeface="Arial" panose="020B0604020202020204" pitchFamily="34" charset="0"/>
              <a:buChar char="•"/>
            </a:pPr>
            <a:r>
              <a:rPr lang="en-US" sz="1000" b="1" dirty="0"/>
              <a:t>Douglas:</a:t>
            </a:r>
            <a:r>
              <a:rPr lang="en-US" sz="1000" dirty="0"/>
              <a:t> 10+ hours (Presenter, minimal backend discussion)</a:t>
            </a:r>
          </a:p>
          <a:p>
            <a:pPr>
              <a:lnSpc>
                <a:spcPct val="90000"/>
              </a:lnSpc>
              <a:buFont typeface="Arial" panose="020B0604020202020204" pitchFamily="34" charset="0"/>
              <a:buChar char="•"/>
            </a:pPr>
            <a:r>
              <a:rPr lang="en-US" sz="1000" b="1" dirty="0"/>
              <a:t>Arafat:</a:t>
            </a:r>
            <a:r>
              <a:rPr lang="en-US" sz="1000" dirty="0"/>
              <a:t> 10+ hours (Helping with PowerPoint)</a:t>
            </a:r>
          </a:p>
          <a:p>
            <a:pPr marL="0" indent="0">
              <a:lnSpc>
                <a:spcPct val="90000"/>
              </a:lnSpc>
              <a:buNone/>
            </a:pPr>
            <a:endParaRPr lang="en-US" sz="1000" dirty="0"/>
          </a:p>
          <a:p>
            <a:pPr>
              <a:lnSpc>
                <a:spcPct val="90000"/>
              </a:lnSpc>
            </a:pPr>
            <a:endParaRPr lang="en-US" sz="1000" dirty="0">
              <a:latin typeface="+mj-lt"/>
            </a:endParaRPr>
          </a:p>
        </p:txBody>
      </p:sp>
      <p:pic>
        <p:nvPicPr>
          <p:cNvPr id="8" name="Picture 7" descr="A graph of a group of people&#10;&#10;AI-generated content may be incorrect.">
            <a:extLst>
              <a:ext uri="{FF2B5EF4-FFF2-40B4-BE49-F238E27FC236}">
                <a16:creationId xmlns:a16="http://schemas.microsoft.com/office/drawing/2014/main" id="{7217AA9E-5EA4-E035-9D41-DF1362781AE6}"/>
              </a:ext>
            </a:extLst>
          </p:cNvPr>
          <p:cNvPicPr>
            <a:picLocks noChangeAspect="1"/>
          </p:cNvPicPr>
          <p:nvPr/>
        </p:nvPicPr>
        <p:blipFill>
          <a:blip r:embed="rId3"/>
          <a:stretch>
            <a:fillRect/>
          </a:stretch>
        </p:blipFill>
        <p:spPr>
          <a:xfrm>
            <a:off x="3889911" y="412332"/>
            <a:ext cx="4740330" cy="2939003"/>
          </a:xfrm>
          <a:prstGeom prst="rect">
            <a:avLst/>
          </a:prstGeom>
        </p:spPr>
      </p:pic>
      <p:graphicFrame>
        <p:nvGraphicFramePr>
          <p:cNvPr id="6" name="Table 5">
            <a:extLst>
              <a:ext uri="{FF2B5EF4-FFF2-40B4-BE49-F238E27FC236}">
                <a16:creationId xmlns:a16="http://schemas.microsoft.com/office/drawing/2014/main" id="{A927BDD6-4C03-EC3A-9274-9D976C0F666C}"/>
              </a:ext>
            </a:extLst>
          </p:cNvPr>
          <p:cNvGraphicFramePr>
            <a:graphicFrameLocks noGrp="1"/>
          </p:cNvGraphicFramePr>
          <p:nvPr>
            <p:extLst>
              <p:ext uri="{D42A27DB-BD31-4B8C-83A1-F6EECF244321}">
                <p14:modId xmlns:p14="http://schemas.microsoft.com/office/powerpoint/2010/main" val="2301744669"/>
              </p:ext>
            </p:extLst>
          </p:nvPr>
        </p:nvGraphicFramePr>
        <p:xfrm>
          <a:off x="4105421" y="3498320"/>
          <a:ext cx="4314065" cy="3179623"/>
        </p:xfrm>
        <a:graphic>
          <a:graphicData uri="http://schemas.openxmlformats.org/drawingml/2006/table">
            <a:tbl>
              <a:tblPr firstRow="1" firstCol="1" bandRow="1">
                <a:noFill/>
                <a:tableStyleId>{5C22544A-7EE6-4342-B048-85BDC9FD1C3A}</a:tableStyleId>
              </a:tblPr>
              <a:tblGrid>
                <a:gridCol w="537504">
                  <a:extLst>
                    <a:ext uri="{9D8B030D-6E8A-4147-A177-3AD203B41FA5}">
                      <a16:colId xmlns:a16="http://schemas.microsoft.com/office/drawing/2014/main" val="948240356"/>
                    </a:ext>
                  </a:extLst>
                </a:gridCol>
                <a:gridCol w="941281">
                  <a:extLst>
                    <a:ext uri="{9D8B030D-6E8A-4147-A177-3AD203B41FA5}">
                      <a16:colId xmlns:a16="http://schemas.microsoft.com/office/drawing/2014/main" val="1832817573"/>
                    </a:ext>
                  </a:extLst>
                </a:gridCol>
                <a:gridCol w="471970">
                  <a:extLst>
                    <a:ext uri="{9D8B030D-6E8A-4147-A177-3AD203B41FA5}">
                      <a16:colId xmlns:a16="http://schemas.microsoft.com/office/drawing/2014/main" val="1928778742"/>
                    </a:ext>
                  </a:extLst>
                </a:gridCol>
                <a:gridCol w="2363310">
                  <a:extLst>
                    <a:ext uri="{9D8B030D-6E8A-4147-A177-3AD203B41FA5}">
                      <a16:colId xmlns:a16="http://schemas.microsoft.com/office/drawing/2014/main" val="2641719641"/>
                    </a:ext>
                  </a:extLst>
                </a:gridCol>
              </a:tblGrid>
              <a:tr h="186236">
                <a:tc>
                  <a:txBody>
                    <a:bodyPr/>
                    <a:lstStyle/>
                    <a:p>
                      <a:pPr marL="0" marR="0">
                        <a:lnSpc>
                          <a:spcPct val="115000"/>
                        </a:lnSpc>
                        <a:spcAft>
                          <a:spcPts val="1000"/>
                        </a:spcAft>
                        <a:buNone/>
                      </a:pPr>
                      <a:r>
                        <a:rPr lang="en-US" sz="700" b="0" cap="none" spc="0">
                          <a:solidFill>
                            <a:schemeClr val="tx1"/>
                          </a:solidFill>
                          <a:effectLst/>
                        </a:rPr>
                        <a:t>Date</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nchor="b">
                    <a:lnL w="12700" cmpd="sng">
                      <a:noFill/>
                      <a:prstDash val="solid"/>
                    </a:lnL>
                    <a:lnR w="12700" cmpd="sng">
                      <a:noFill/>
                      <a:prstDash val="solid"/>
                    </a:lnR>
                    <a:lnT w="9525" cap="flat" cmpd="sng" algn="ctr">
                      <a:noFill/>
                      <a:prstDash val="solid"/>
                    </a:lnT>
                    <a:lnB w="12700" cmpd="sng">
                      <a:noFill/>
                      <a:prstDash val="solid"/>
                    </a:lnB>
                    <a:noFill/>
                  </a:tcPr>
                </a:tc>
                <a:tc>
                  <a:txBody>
                    <a:bodyPr/>
                    <a:lstStyle/>
                    <a:p>
                      <a:pPr marL="0" marR="0">
                        <a:lnSpc>
                          <a:spcPct val="115000"/>
                        </a:lnSpc>
                        <a:spcAft>
                          <a:spcPts val="1000"/>
                        </a:spcAft>
                        <a:buNone/>
                      </a:pPr>
                      <a:r>
                        <a:rPr lang="en-US" sz="700" b="0" cap="none" spc="0">
                          <a:solidFill>
                            <a:schemeClr val="tx1"/>
                          </a:solidFill>
                          <a:effectLst/>
                        </a:rPr>
                        <a:t>Members</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nchor="b">
                    <a:lnL w="12700" cmpd="sng">
                      <a:noFill/>
                      <a:prstDash val="solid"/>
                    </a:lnL>
                    <a:lnR w="12700" cmpd="sng">
                      <a:noFill/>
                      <a:prstDash val="solid"/>
                    </a:lnR>
                    <a:lnT w="9525" cap="flat" cmpd="sng" algn="ctr">
                      <a:noFill/>
                      <a:prstDash val="solid"/>
                    </a:lnT>
                    <a:lnB w="12700" cmpd="sng">
                      <a:noFill/>
                      <a:prstDash val="solid"/>
                    </a:lnB>
                    <a:noFill/>
                  </a:tcPr>
                </a:tc>
                <a:tc>
                  <a:txBody>
                    <a:bodyPr/>
                    <a:lstStyle/>
                    <a:p>
                      <a:pPr marL="0" marR="0">
                        <a:lnSpc>
                          <a:spcPct val="115000"/>
                        </a:lnSpc>
                        <a:spcAft>
                          <a:spcPts val="1000"/>
                        </a:spcAft>
                        <a:buNone/>
                      </a:pPr>
                      <a:r>
                        <a:rPr lang="en-US" sz="700" b="0" cap="none" spc="0">
                          <a:solidFill>
                            <a:schemeClr val="tx1"/>
                          </a:solidFill>
                          <a:effectLst/>
                        </a:rPr>
                        <a:t>Hours</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nchor="b">
                    <a:lnL w="12700" cmpd="sng">
                      <a:noFill/>
                      <a:prstDash val="solid"/>
                    </a:lnL>
                    <a:lnR w="12700" cmpd="sng">
                      <a:noFill/>
                      <a:prstDash val="solid"/>
                    </a:lnR>
                    <a:lnT w="9525" cap="flat" cmpd="sng" algn="ctr">
                      <a:noFill/>
                      <a:prstDash val="solid"/>
                    </a:lnT>
                    <a:lnB w="12700" cmpd="sng">
                      <a:noFill/>
                      <a:prstDash val="solid"/>
                    </a:lnB>
                    <a:noFill/>
                  </a:tcPr>
                </a:tc>
                <a:tc>
                  <a:txBody>
                    <a:bodyPr/>
                    <a:lstStyle/>
                    <a:p>
                      <a:pPr marL="0" marR="0">
                        <a:lnSpc>
                          <a:spcPct val="115000"/>
                        </a:lnSpc>
                        <a:spcAft>
                          <a:spcPts val="1000"/>
                        </a:spcAft>
                        <a:buNone/>
                      </a:pPr>
                      <a:r>
                        <a:rPr lang="en-US" sz="700" b="0" cap="none" spc="0">
                          <a:solidFill>
                            <a:schemeClr val="tx1"/>
                          </a:solidFill>
                          <a:effectLst/>
                        </a:rPr>
                        <a:t>What We Worked On / Notes</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nchor="b">
                    <a:lnL w="12700" cmpd="sng">
                      <a:no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4053934985"/>
                  </a:ext>
                </a:extLst>
              </a:tr>
              <a:tr h="186236">
                <a:tc>
                  <a:txBody>
                    <a:bodyPr/>
                    <a:lstStyle/>
                    <a:p>
                      <a:pPr marL="0" marR="0">
                        <a:lnSpc>
                          <a:spcPct val="115000"/>
                        </a:lnSpc>
                        <a:spcAft>
                          <a:spcPts val="1000"/>
                        </a:spcAft>
                        <a:buNone/>
                      </a:pPr>
                      <a:r>
                        <a:rPr lang="en-US" sz="700" b="0" cap="none" spc="0">
                          <a:solidFill>
                            <a:schemeClr val="tx1"/>
                          </a:solidFill>
                          <a:effectLst/>
                        </a:rPr>
                        <a:t>Mar 20</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Whole Team</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2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First sit down to discuss project ideas and review the professor's expectations.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488891439"/>
                  </a:ext>
                </a:extLst>
              </a:tr>
              <a:tr h="249827">
                <a:tc>
                  <a:txBody>
                    <a:bodyPr/>
                    <a:lstStyle/>
                    <a:p>
                      <a:pPr marL="0" marR="0">
                        <a:lnSpc>
                          <a:spcPct val="115000"/>
                        </a:lnSpc>
                        <a:spcAft>
                          <a:spcPts val="1000"/>
                        </a:spcAft>
                        <a:buNone/>
                      </a:pPr>
                      <a:r>
                        <a:rPr lang="en-US" sz="700" b="0" cap="none" spc="0">
                          <a:solidFill>
                            <a:schemeClr val="tx1"/>
                          </a:solidFill>
                          <a:effectLst/>
                        </a:rPr>
                        <a:t>Mar 22</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3.5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Started drafting the scope and issues faced by the clinic based on the manual system.</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550788490"/>
                  </a:ext>
                </a:extLst>
              </a:tr>
              <a:tr h="186236">
                <a:tc>
                  <a:txBody>
                    <a:bodyPr/>
                    <a:lstStyle/>
                    <a:p>
                      <a:pPr marL="0" marR="0">
                        <a:lnSpc>
                          <a:spcPct val="115000"/>
                        </a:lnSpc>
                        <a:spcAft>
                          <a:spcPts val="1000"/>
                        </a:spcAft>
                        <a:buNone/>
                      </a:pPr>
                      <a:r>
                        <a:rPr lang="en-US" sz="700" b="0" cap="none" spc="0">
                          <a:solidFill>
                            <a:schemeClr val="tx1"/>
                          </a:solidFill>
                          <a:effectLst/>
                        </a:rPr>
                        <a:t>Mar 24</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1.5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Looked at similar scheduling systems, started writing the 'solution' section.</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726109587"/>
                  </a:ext>
                </a:extLst>
              </a:tr>
              <a:tr h="186236">
                <a:tc>
                  <a:txBody>
                    <a:bodyPr/>
                    <a:lstStyle/>
                    <a:p>
                      <a:pPr marL="0" marR="0">
                        <a:lnSpc>
                          <a:spcPct val="115000"/>
                        </a:lnSpc>
                        <a:spcAft>
                          <a:spcPts val="1000"/>
                        </a:spcAft>
                        <a:buNone/>
                      </a:pPr>
                      <a:r>
                        <a:rPr lang="en-US" sz="700" b="0" cap="none" spc="0">
                          <a:solidFill>
                            <a:schemeClr val="tx1"/>
                          </a:solidFill>
                          <a:effectLst/>
                        </a:rPr>
                        <a:t>Mar 26</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Whole Team</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2.5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Agreed on roles, went over timeline. Lucky took most notes.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175220631"/>
                  </a:ext>
                </a:extLst>
              </a:tr>
              <a:tr h="249827">
                <a:tc>
                  <a:txBody>
                    <a:bodyPr/>
                    <a:lstStyle/>
                    <a:p>
                      <a:pPr marL="0" marR="0">
                        <a:lnSpc>
                          <a:spcPct val="115000"/>
                        </a:lnSpc>
                        <a:spcAft>
                          <a:spcPts val="1000"/>
                        </a:spcAft>
                        <a:buNone/>
                      </a:pPr>
                      <a:r>
                        <a:rPr lang="en-US" sz="700" b="0" cap="none" spc="0">
                          <a:solidFill>
                            <a:schemeClr val="tx1"/>
                          </a:solidFill>
                          <a:effectLst/>
                        </a:rPr>
                        <a:t>Mar 28</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1.5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Did the interview with the front desk staff. Arafat led questions. Yash wrote down key points.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2810180967"/>
                  </a:ext>
                </a:extLst>
              </a:tr>
              <a:tr h="249827">
                <a:tc>
                  <a:txBody>
                    <a:bodyPr/>
                    <a:lstStyle/>
                    <a:p>
                      <a:pPr marL="0" marR="0">
                        <a:lnSpc>
                          <a:spcPct val="115000"/>
                        </a:lnSpc>
                        <a:spcAft>
                          <a:spcPts val="1000"/>
                        </a:spcAft>
                        <a:buNone/>
                      </a:pPr>
                      <a:r>
                        <a:rPr lang="en-US" sz="700" b="0" cap="none" spc="0">
                          <a:solidFill>
                            <a:schemeClr val="tx1"/>
                          </a:solidFill>
                          <a:effectLst/>
                        </a:rPr>
                        <a:t>Mar 30</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2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Planned the database tables. Yash helped create a schema, and Douglas supported field types.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948702091"/>
                  </a:ext>
                </a:extLst>
              </a:tr>
              <a:tr h="249827">
                <a:tc>
                  <a:txBody>
                    <a:bodyPr/>
                    <a:lstStyle/>
                    <a:p>
                      <a:pPr marL="0" marR="0">
                        <a:lnSpc>
                          <a:spcPct val="115000"/>
                        </a:lnSpc>
                        <a:spcAft>
                          <a:spcPts val="1000"/>
                        </a:spcAft>
                        <a:buNone/>
                      </a:pPr>
                      <a:r>
                        <a:rPr lang="en-US" sz="700" b="0" cap="none" spc="0">
                          <a:solidFill>
                            <a:schemeClr val="tx1"/>
                          </a:solidFill>
                          <a:effectLst/>
                        </a:rPr>
                        <a:t>Mar 31</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2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Worked on the cost sheet and business justification. Lucky helped break down phases.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3201462548"/>
                  </a:ext>
                </a:extLst>
              </a:tr>
              <a:tr h="249827">
                <a:tc>
                  <a:txBody>
                    <a:bodyPr/>
                    <a:lstStyle/>
                    <a:p>
                      <a:pPr marL="0" marR="0">
                        <a:lnSpc>
                          <a:spcPct val="115000"/>
                        </a:lnSpc>
                        <a:spcAft>
                          <a:spcPts val="1000"/>
                        </a:spcAft>
                        <a:buNone/>
                      </a:pPr>
                      <a:r>
                        <a:rPr lang="en-US" sz="700" b="0" cap="none" spc="0">
                          <a:solidFill>
                            <a:schemeClr val="tx1"/>
                          </a:solidFill>
                          <a:effectLst/>
                        </a:rPr>
                        <a:t>Apr 1</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3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Created a training plan and final Q&amp;A for the business case. Printed guides started.</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306005706"/>
                  </a:ext>
                </a:extLst>
              </a:tr>
              <a:tr h="249827">
                <a:tc>
                  <a:txBody>
                    <a:bodyPr/>
                    <a:lstStyle/>
                    <a:p>
                      <a:pPr marL="0" marR="0">
                        <a:lnSpc>
                          <a:spcPct val="115000"/>
                        </a:lnSpc>
                        <a:spcAft>
                          <a:spcPts val="1000"/>
                        </a:spcAft>
                        <a:buNone/>
                      </a:pPr>
                      <a:r>
                        <a:rPr lang="en-US" sz="700" b="0" cap="none" spc="0">
                          <a:solidFill>
                            <a:schemeClr val="tx1"/>
                          </a:solidFill>
                          <a:effectLst/>
                        </a:rPr>
                        <a:t>Apr 3</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Yash</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2.5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Made HTML mockups for patient and doctor pages. Yash handled the layout with form behavior.</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3569911746"/>
                  </a:ext>
                </a:extLst>
              </a:tr>
              <a:tr h="249827">
                <a:tc>
                  <a:txBody>
                    <a:bodyPr/>
                    <a:lstStyle/>
                    <a:p>
                      <a:pPr marL="0" marR="0">
                        <a:lnSpc>
                          <a:spcPct val="115000"/>
                        </a:lnSpc>
                        <a:spcAft>
                          <a:spcPts val="1000"/>
                        </a:spcAft>
                        <a:buNone/>
                      </a:pPr>
                      <a:r>
                        <a:rPr lang="en-US" sz="700" b="0" cap="none" spc="0">
                          <a:solidFill>
                            <a:schemeClr val="tx1"/>
                          </a:solidFill>
                          <a:effectLst/>
                        </a:rPr>
                        <a:t>Apr 4</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Yash</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2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Final touches on UI (buttons, fonts, responsive layout). Used real feedback from clinic notes.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959330696"/>
                  </a:ext>
                </a:extLst>
              </a:tr>
              <a:tr h="186236">
                <a:tc>
                  <a:txBody>
                    <a:bodyPr/>
                    <a:lstStyle/>
                    <a:p>
                      <a:pPr marL="0" marR="0">
                        <a:lnSpc>
                          <a:spcPct val="115000"/>
                        </a:lnSpc>
                        <a:spcAft>
                          <a:spcPts val="1000"/>
                        </a:spcAft>
                        <a:buNone/>
                      </a:pPr>
                      <a:r>
                        <a:rPr lang="en-US" sz="700" b="0" cap="none" spc="0">
                          <a:solidFill>
                            <a:schemeClr val="tx1"/>
                          </a:solidFill>
                          <a:effectLst/>
                        </a:rPr>
                        <a:t>Apr 6</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Yash, Lucky, Douglas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1.5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a:lnSpc>
                          <a:spcPct val="115000"/>
                        </a:lnSpc>
                        <a:spcAft>
                          <a:spcPts val="1000"/>
                        </a:spcAft>
                        <a:buNone/>
                      </a:pPr>
                      <a:r>
                        <a:rPr lang="en-US" sz="500" cap="none" spc="0">
                          <a:solidFill>
                            <a:schemeClr val="tx1"/>
                          </a:solidFill>
                          <a:effectLst/>
                        </a:rPr>
                        <a:t>Reviewed updates from Dr. Garrity and matched with our features list.</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3837166720"/>
                  </a:ext>
                </a:extLst>
              </a:tr>
              <a:tr h="249827">
                <a:tc>
                  <a:txBody>
                    <a:bodyPr/>
                    <a:lstStyle/>
                    <a:p>
                      <a:pPr marL="0" marR="0">
                        <a:lnSpc>
                          <a:spcPct val="115000"/>
                        </a:lnSpc>
                        <a:spcAft>
                          <a:spcPts val="1000"/>
                        </a:spcAft>
                        <a:buNone/>
                      </a:pPr>
                      <a:r>
                        <a:rPr lang="en-US" sz="700" b="0" cap="none" spc="0">
                          <a:solidFill>
                            <a:schemeClr val="tx1"/>
                          </a:solidFill>
                          <a:effectLst/>
                        </a:rPr>
                        <a:t>Apr 8</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Yash, Lucky</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2 hrs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a:lnSpc>
                          <a:spcPct val="115000"/>
                        </a:lnSpc>
                        <a:spcAft>
                          <a:spcPts val="1000"/>
                        </a:spcAft>
                        <a:buNone/>
                      </a:pPr>
                      <a:r>
                        <a:rPr lang="en-US" sz="500" cap="none" spc="0">
                          <a:solidFill>
                            <a:schemeClr val="tx1"/>
                          </a:solidFill>
                          <a:effectLst/>
                        </a:rPr>
                        <a:t>Hooked up form submission to dummy backend. Lucky ran logic, and Yash tested the output.</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610189842"/>
                  </a:ext>
                </a:extLst>
              </a:tr>
              <a:tr h="249827">
                <a:tc>
                  <a:txBody>
                    <a:bodyPr/>
                    <a:lstStyle/>
                    <a:p>
                      <a:pPr marL="0" marR="0">
                        <a:lnSpc>
                          <a:spcPct val="115000"/>
                        </a:lnSpc>
                        <a:spcAft>
                          <a:spcPts val="1000"/>
                        </a:spcAft>
                        <a:buNone/>
                      </a:pPr>
                      <a:r>
                        <a:rPr lang="en-US" sz="700" b="0" cap="none" spc="0">
                          <a:solidFill>
                            <a:schemeClr val="tx1"/>
                          </a:solidFill>
                          <a:effectLst/>
                        </a:rPr>
                        <a:t>Apr 10</a:t>
                      </a:r>
                      <a:endParaRPr lang="en-US" sz="700" b="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5000"/>
                        </a:lnSpc>
                        <a:spcAft>
                          <a:spcPts val="1000"/>
                        </a:spcAft>
                        <a:buNone/>
                      </a:pPr>
                      <a:r>
                        <a:rPr lang="en-US" sz="500" cap="none" spc="0">
                          <a:solidFill>
                            <a:schemeClr val="tx1"/>
                          </a:solidFill>
                          <a:effectLst/>
                        </a:rPr>
                        <a:t>Yash, Lucky, Douglas</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5000"/>
                        </a:lnSpc>
                        <a:spcAft>
                          <a:spcPts val="1000"/>
                        </a:spcAft>
                        <a:buNone/>
                      </a:pPr>
                      <a:r>
                        <a:rPr lang="en-US" sz="500" cap="none" spc="0">
                          <a:solidFill>
                            <a:schemeClr val="tx1"/>
                          </a:solidFill>
                          <a:effectLst/>
                        </a:rPr>
                        <a:t>3 hr</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5000"/>
                        </a:lnSpc>
                        <a:spcAft>
                          <a:spcPts val="1000"/>
                        </a:spcAft>
                        <a:buNone/>
                      </a:pPr>
                      <a:r>
                        <a:rPr lang="en-US" sz="500" cap="none" spc="0">
                          <a:solidFill>
                            <a:schemeClr val="tx1"/>
                          </a:solidFill>
                          <a:effectLst/>
                        </a:rPr>
                        <a:t>Finished training plan. Sent rollout email to Dr. Garrity. Lucky reviewed it before sending.</a:t>
                      </a:r>
                      <a:endParaRPr lang="en-US" sz="500" cap="none" spc="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19881" marR="19881" marT="19015" marB="39762">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51512070"/>
                  </a:ext>
                </a:extLst>
              </a:tr>
            </a:tbl>
          </a:graphicData>
        </a:graphic>
      </p:graphicFrame>
    </p:spTree>
    <p:extLst>
      <p:ext uri="{BB962C8B-B14F-4D97-AF65-F5344CB8AC3E}">
        <p14:creationId xmlns:p14="http://schemas.microsoft.com/office/powerpoint/2010/main" val="4189081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Maze">
            <a:extLst>
              <a:ext uri="{FF2B5EF4-FFF2-40B4-BE49-F238E27FC236}">
                <a16:creationId xmlns:a16="http://schemas.microsoft.com/office/drawing/2014/main" id="{78E18AA0-EE5C-98B2-BF55-F85F06E5B3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741" y="2165637"/>
            <a:ext cx="2526726" cy="2526726"/>
          </a:xfrm>
          <a:prstGeom prst="rect">
            <a:avLst/>
          </a:prstGeom>
        </p:spPr>
      </p:pic>
      <p:sp>
        <p:nvSpPr>
          <p:cNvPr id="17" name="Freeform: Shape 16">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2494" y="0"/>
            <a:ext cx="5671506"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DD8D957-3ACB-CB2F-C572-61C9BD3BC647}"/>
              </a:ext>
            </a:extLst>
          </p:cNvPr>
          <p:cNvSpPr>
            <a:spLocks noGrp="1"/>
          </p:cNvSpPr>
          <p:nvPr>
            <p:ph type="ctrTitle"/>
          </p:nvPr>
        </p:nvSpPr>
        <p:spPr>
          <a:xfrm>
            <a:off x="4319515" y="457201"/>
            <a:ext cx="4002953" cy="1835911"/>
          </a:xfrm>
        </p:spPr>
        <p:txBody>
          <a:bodyPr vert="horz" lIns="91440" tIns="45720" rIns="91440" bIns="45720" rtlCol="0" anchor="b">
            <a:normAutofit/>
          </a:bodyPr>
          <a:lstStyle/>
          <a:p>
            <a:pPr algn="l" defTabSz="914400">
              <a:lnSpc>
                <a:spcPct val="90000"/>
              </a:lnSpc>
            </a:pPr>
            <a:r>
              <a:rPr lang="en-US" sz="4700" kern="1200">
                <a:solidFill>
                  <a:srgbClr val="FFFFFF"/>
                </a:solidFill>
                <a:latin typeface="+mj-lt"/>
                <a:ea typeface="+mj-ea"/>
                <a:cs typeface="+mj-cs"/>
              </a:rPr>
              <a:t>Challenges &amp; Solutions</a:t>
            </a:r>
          </a:p>
        </p:txBody>
      </p:sp>
      <p:sp>
        <p:nvSpPr>
          <p:cNvPr id="19"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19514" y="2560829"/>
            <a:ext cx="3771900" cy="18288"/>
          </a:xfrm>
          <a:custGeom>
            <a:avLst/>
            <a:gdLst>
              <a:gd name="connsiteX0" fmla="*/ 0 w 3771900"/>
              <a:gd name="connsiteY0" fmla="*/ 0 h 18288"/>
              <a:gd name="connsiteX1" fmla="*/ 704088 w 3771900"/>
              <a:gd name="connsiteY1" fmla="*/ 0 h 18288"/>
              <a:gd name="connsiteX2" fmla="*/ 1370457 w 3771900"/>
              <a:gd name="connsiteY2" fmla="*/ 0 h 18288"/>
              <a:gd name="connsiteX3" fmla="*/ 2036826 w 3771900"/>
              <a:gd name="connsiteY3" fmla="*/ 0 h 18288"/>
              <a:gd name="connsiteX4" fmla="*/ 2552319 w 3771900"/>
              <a:gd name="connsiteY4" fmla="*/ 0 h 18288"/>
              <a:gd name="connsiteX5" fmla="*/ 3105531 w 3771900"/>
              <a:gd name="connsiteY5" fmla="*/ 0 h 18288"/>
              <a:gd name="connsiteX6" fmla="*/ 3771900 w 3771900"/>
              <a:gd name="connsiteY6" fmla="*/ 0 h 18288"/>
              <a:gd name="connsiteX7" fmla="*/ 3771900 w 3771900"/>
              <a:gd name="connsiteY7" fmla="*/ 18288 h 18288"/>
              <a:gd name="connsiteX8" fmla="*/ 3143250 w 3771900"/>
              <a:gd name="connsiteY8" fmla="*/ 18288 h 18288"/>
              <a:gd name="connsiteX9" fmla="*/ 2627757 w 3771900"/>
              <a:gd name="connsiteY9" fmla="*/ 18288 h 18288"/>
              <a:gd name="connsiteX10" fmla="*/ 2112264 w 3771900"/>
              <a:gd name="connsiteY10" fmla="*/ 18288 h 18288"/>
              <a:gd name="connsiteX11" fmla="*/ 1445895 w 3771900"/>
              <a:gd name="connsiteY11" fmla="*/ 18288 h 18288"/>
              <a:gd name="connsiteX12" fmla="*/ 892683 w 3771900"/>
              <a:gd name="connsiteY12" fmla="*/ 18288 h 18288"/>
              <a:gd name="connsiteX13" fmla="*/ 0 w 3771900"/>
              <a:gd name="connsiteY13" fmla="*/ 18288 h 18288"/>
              <a:gd name="connsiteX14" fmla="*/ 0 w 37719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71900" h="18288" fill="none" extrusionOk="0">
                <a:moveTo>
                  <a:pt x="0" y="0"/>
                </a:moveTo>
                <a:cubicBezTo>
                  <a:pt x="285982" y="-16509"/>
                  <a:pt x="373591" y="28957"/>
                  <a:pt x="704088" y="0"/>
                </a:cubicBezTo>
                <a:cubicBezTo>
                  <a:pt x="1034585" y="-28957"/>
                  <a:pt x="1127575" y="15529"/>
                  <a:pt x="1370457" y="0"/>
                </a:cubicBezTo>
                <a:cubicBezTo>
                  <a:pt x="1613339" y="-15529"/>
                  <a:pt x="1901330" y="-18417"/>
                  <a:pt x="2036826" y="0"/>
                </a:cubicBezTo>
                <a:cubicBezTo>
                  <a:pt x="2172322" y="18417"/>
                  <a:pt x="2391554" y="24426"/>
                  <a:pt x="2552319" y="0"/>
                </a:cubicBezTo>
                <a:cubicBezTo>
                  <a:pt x="2713084" y="-24426"/>
                  <a:pt x="2832344" y="19126"/>
                  <a:pt x="3105531" y="0"/>
                </a:cubicBezTo>
                <a:cubicBezTo>
                  <a:pt x="3378718" y="-19126"/>
                  <a:pt x="3624591" y="4962"/>
                  <a:pt x="3771900" y="0"/>
                </a:cubicBezTo>
                <a:cubicBezTo>
                  <a:pt x="3771400" y="8855"/>
                  <a:pt x="3772009" y="14521"/>
                  <a:pt x="3771900" y="18288"/>
                </a:cubicBezTo>
                <a:cubicBezTo>
                  <a:pt x="3458898" y="17742"/>
                  <a:pt x="3421743" y="-6827"/>
                  <a:pt x="3143250" y="18288"/>
                </a:cubicBezTo>
                <a:cubicBezTo>
                  <a:pt x="2864757" y="43403"/>
                  <a:pt x="2852800" y="27764"/>
                  <a:pt x="2627757" y="18288"/>
                </a:cubicBezTo>
                <a:cubicBezTo>
                  <a:pt x="2402714" y="8812"/>
                  <a:pt x="2240384" y="-3809"/>
                  <a:pt x="2112264" y="18288"/>
                </a:cubicBezTo>
                <a:cubicBezTo>
                  <a:pt x="1984144" y="40385"/>
                  <a:pt x="1648028" y="25259"/>
                  <a:pt x="1445895" y="18288"/>
                </a:cubicBezTo>
                <a:cubicBezTo>
                  <a:pt x="1243762" y="11317"/>
                  <a:pt x="1123026" y="22466"/>
                  <a:pt x="892683" y="18288"/>
                </a:cubicBezTo>
                <a:cubicBezTo>
                  <a:pt x="662340" y="14110"/>
                  <a:pt x="180978" y="-26198"/>
                  <a:pt x="0" y="18288"/>
                </a:cubicBezTo>
                <a:cubicBezTo>
                  <a:pt x="683" y="12014"/>
                  <a:pt x="724" y="5908"/>
                  <a:pt x="0" y="0"/>
                </a:cubicBezTo>
                <a:close/>
              </a:path>
              <a:path w="3771900" h="18288" stroke="0" extrusionOk="0">
                <a:moveTo>
                  <a:pt x="0" y="0"/>
                </a:moveTo>
                <a:cubicBezTo>
                  <a:pt x="168080" y="-24280"/>
                  <a:pt x="426899" y="-27643"/>
                  <a:pt x="590931" y="0"/>
                </a:cubicBezTo>
                <a:cubicBezTo>
                  <a:pt x="754963" y="27643"/>
                  <a:pt x="943937" y="-964"/>
                  <a:pt x="1106424" y="0"/>
                </a:cubicBezTo>
                <a:cubicBezTo>
                  <a:pt x="1268911" y="964"/>
                  <a:pt x="1620128" y="24107"/>
                  <a:pt x="1810512" y="0"/>
                </a:cubicBezTo>
                <a:cubicBezTo>
                  <a:pt x="2000896" y="-24107"/>
                  <a:pt x="2173109" y="23508"/>
                  <a:pt x="2401443" y="0"/>
                </a:cubicBezTo>
                <a:cubicBezTo>
                  <a:pt x="2629777" y="-23508"/>
                  <a:pt x="2762620" y="-19902"/>
                  <a:pt x="2992374" y="0"/>
                </a:cubicBezTo>
                <a:cubicBezTo>
                  <a:pt x="3222128" y="19902"/>
                  <a:pt x="3483193" y="6322"/>
                  <a:pt x="3771900" y="0"/>
                </a:cubicBezTo>
                <a:cubicBezTo>
                  <a:pt x="3771002" y="7180"/>
                  <a:pt x="3772069" y="13790"/>
                  <a:pt x="3771900" y="18288"/>
                </a:cubicBezTo>
                <a:cubicBezTo>
                  <a:pt x="3466427" y="17166"/>
                  <a:pt x="3360902" y="-2444"/>
                  <a:pt x="3143250" y="18288"/>
                </a:cubicBezTo>
                <a:cubicBezTo>
                  <a:pt x="2925598" y="39020"/>
                  <a:pt x="2852709" y="34774"/>
                  <a:pt x="2627757" y="18288"/>
                </a:cubicBezTo>
                <a:cubicBezTo>
                  <a:pt x="2402805" y="1802"/>
                  <a:pt x="2156087" y="-12568"/>
                  <a:pt x="1999107" y="18288"/>
                </a:cubicBezTo>
                <a:cubicBezTo>
                  <a:pt x="1842127" y="49144"/>
                  <a:pt x="1528676" y="3672"/>
                  <a:pt x="1370457" y="18288"/>
                </a:cubicBezTo>
                <a:cubicBezTo>
                  <a:pt x="1212238" y="32905"/>
                  <a:pt x="1007440" y="24475"/>
                  <a:pt x="779526" y="18288"/>
                </a:cubicBezTo>
                <a:cubicBezTo>
                  <a:pt x="551612" y="12101"/>
                  <a:pt x="175765" y="8638"/>
                  <a:pt x="0" y="18288"/>
                </a:cubicBezTo>
                <a:cubicBezTo>
                  <a:pt x="571" y="10093"/>
                  <a:pt x="-125" y="8407"/>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5E28835E-3792-DCEC-3FCE-E8EAC6A6207A}"/>
              </a:ext>
            </a:extLst>
          </p:cNvPr>
          <p:cNvSpPr>
            <a:spLocks noGrp="1"/>
          </p:cNvSpPr>
          <p:nvPr>
            <p:ph type="subTitle" idx="1"/>
          </p:nvPr>
        </p:nvSpPr>
        <p:spPr>
          <a:xfrm>
            <a:off x="4011931" y="2798064"/>
            <a:ext cx="4403406" cy="3817620"/>
          </a:xfrm>
        </p:spPr>
        <p:txBody>
          <a:bodyPr vert="horz" lIns="91440" tIns="45720" rIns="91440" bIns="45720" rtlCol="0" anchor="t">
            <a:noAutofit/>
          </a:bodyPr>
          <a:lstStyle/>
          <a:p>
            <a:pPr indent="-228600" algn="l" defTabSz="914400">
              <a:lnSpc>
                <a:spcPct val="90000"/>
              </a:lnSpc>
              <a:buFont typeface="Arial" panose="020B0604020202020204" pitchFamily="34" charset="0"/>
              <a:buChar char="•"/>
            </a:pPr>
            <a:r>
              <a:rPr lang="en-US" sz="1050" dirty="0">
                <a:solidFill>
                  <a:srgbClr val="FFFFFF"/>
                </a:solidFill>
              </a:rPr>
              <a:t>The development of the </a:t>
            </a:r>
            <a:r>
              <a:rPr lang="en-US" sz="1050" dirty="0" err="1">
                <a:solidFill>
                  <a:srgbClr val="FFFFFF"/>
                </a:solidFill>
              </a:rPr>
              <a:t>HealthyLife</a:t>
            </a:r>
            <a:r>
              <a:rPr lang="en-US" sz="1050" dirty="0">
                <a:solidFill>
                  <a:srgbClr val="FFFFFF"/>
                </a:solidFill>
              </a:rPr>
              <a:t> Clinic Appointment Scheduling System involved overcoming several challenges:</a:t>
            </a:r>
          </a:p>
          <a:p>
            <a:pPr indent="-228600" algn="l" defTabSz="914400">
              <a:lnSpc>
                <a:spcPct val="90000"/>
              </a:lnSpc>
              <a:buFont typeface="Arial" panose="020B0604020202020204" pitchFamily="34" charset="0"/>
              <a:buChar char="•"/>
            </a:pPr>
            <a:r>
              <a:rPr lang="en-US" sz="1050" dirty="0">
                <a:solidFill>
                  <a:srgbClr val="FFFFFF"/>
                </a:solidFill>
              </a:rPr>
              <a:t>Database Design Complexity</a:t>
            </a:r>
          </a:p>
          <a:p>
            <a:pPr marL="742950" lvl="1" indent="-228600" algn="l" defTabSz="914400">
              <a:lnSpc>
                <a:spcPct val="90000"/>
              </a:lnSpc>
              <a:buFont typeface="Arial" panose="020B0604020202020204" pitchFamily="34" charset="0"/>
              <a:buChar char="•"/>
            </a:pPr>
            <a:r>
              <a:rPr lang="en-US" sz="1050" dirty="0">
                <a:solidFill>
                  <a:srgbClr val="FFFFFF"/>
                </a:solidFill>
              </a:rPr>
              <a:t>Challenge: Ensuring data consistency and managing relationships between users, doctors, and appointments was complex.</a:t>
            </a:r>
          </a:p>
          <a:p>
            <a:pPr marL="742950" lvl="1" indent="-228600" algn="l" defTabSz="914400">
              <a:lnSpc>
                <a:spcPct val="90000"/>
              </a:lnSpc>
              <a:buFont typeface="Arial" panose="020B0604020202020204" pitchFamily="34" charset="0"/>
              <a:buChar char="•"/>
            </a:pPr>
            <a:r>
              <a:rPr lang="en-US" sz="1050" dirty="0">
                <a:solidFill>
                  <a:srgbClr val="FFFFFF"/>
                </a:solidFill>
              </a:rPr>
              <a:t>Solution: Created an ER diagram and ensured foreign key constraints to link data consistently.</a:t>
            </a:r>
          </a:p>
          <a:p>
            <a:pPr indent="-228600" algn="l" defTabSz="914400">
              <a:lnSpc>
                <a:spcPct val="90000"/>
              </a:lnSpc>
              <a:buFont typeface="Arial" panose="020B0604020202020204" pitchFamily="34" charset="0"/>
              <a:buChar char="•"/>
            </a:pPr>
            <a:r>
              <a:rPr lang="en-US" sz="1050" dirty="0">
                <a:solidFill>
                  <a:srgbClr val="FFFFFF"/>
                </a:solidFill>
              </a:rPr>
              <a:t>UI/UX Design for Multiple Users</a:t>
            </a:r>
          </a:p>
          <a:p>
            <a:pPr marL="742950" lvl="1" indent="-228600" algn="l" defTabSz="914400">
              <a:lnSpc>
                <a:spcPct val="90000"/>
              </a:lnSpc>
              <a:buFont typeface="Arial" panose="020B0604020202020204" pitchFamily="34" charset="0"/>
              <a:buChar char="•"/>
            </a:pPr>
            <a:r>
              <a:rPr lang="en-US" sz="1050" dirty="0">
                <a:solidFill>
                  <a:srgbClr val="FFFFFF"/>
                </a:solidFill>
              </a:rPr>
              <a:t>Challenge: Designing an intuitive and user-friendly interface for patients, doctors, and admins was tricky.</a:t>
            </a:r>
          </a:p>
          <a:p>
            <a:pPr marL="742950" lvl="1" indent="-228600" algn="l" defTabSz="914400">
              <a:lnSpc>
                <a:spcPct val="90000"/>
              </a:lnSpc>
              <a:buFont typeface="Arial" panose="020B0604020202020204" pitchFamily="34" charset="0"/>
              <a:buChar char="•"/>
            </a:pPr>
            <a:r>
              <a:rPr lang="en-US" sz="1050" dirty="0">
                <a:solidFill>
                  <a:srgbClr val="FFFFFF"/>
                </a:solidFill>
              </a:rPr>
              <a:t>Solution: Iterated on the UI design with feedback from clinic staff, ensuring ease of use for all users.</a:t>
            </a:r>
          </a:p>
          <a:p>
            <a:pPr indent="-228600" algn="l" defTabSz="914400">
              <a:lnSpc>
                <a:spcPct val="90000"/>
              </a:lnSpc>
              <a:buFont typeface="Arial" panose="020B0604020202020204" pitchFamily="34" charset="0"/>
              <a:buChar char="•"/>
            </a:pPr>
            <a:r>
              <a:rPr lang="en-US" sz="1050" dirty="0">
                <a:solidFill>
                  <a:srgbClr val="FFFFFF"/>
                </a:solidFill>
              </a:rPr>
              <a:t>Backend Logic and Form Integration</a:t>
            </a:r>
          </a:p>
          <a:p>
            <a:pPr marL="742950" lvl="1" indent="-228600" algn="l" defTabSz="914400">
              <a:lnSpc>
                <a:spcPct val="90000"/>
              </a:lnSpc>
              <a:buFont typeface="Arial" panose="020B0604020202020204" pitchFamily="34" charset="0"/>
              <a:buChar char="•"/>
            </a:pPr>
            <a:r>
              <a:rPr lang="en-US" sz="1050" dirty="0">
                <a:solidFill>
                  <a:srgbClr val="FFFFFF"/>
                </a:solidFill>
              </a:rPr>
              <a:t>Challenge: Hooking up the frontend forms to a backend that processes appointments and availability was difficult.</a:t>
            </a:r>
          </a:p>
          <a:p>
            <a:pPr marL="742950" lvl="1" indent="-228600" algn="l" defTabSz="914400">
              <a:lnSpc>
                <a:spcPct val="90000"/>
              </a:lnSpc>
              <a:buFont typeface="Arial" panose="020B0604020202020204" pitchFamily="34" charset="0"/>
              <a:buChar char="•"/>
            </a:pPr>
            <a:r>
              <a:rPr lang="en-US" sz="1050" dirty="0">
                <a:solidFill>
                  <a:srgbClr val="FFFFFF"/>
                </a:solidFill>
              </a:rPr>
              <a:t>Solution: Used a dummy backend initially, then tested real-time form submissions with static data.</a:t>
            </a:r>
          </a:p>
          <a:p>
            <a:pPr indent="-228600" algn="l" defTabSz="914400">
              <a:lnSpc>
                <a:spcPct val="90000"/>
              </a:lnSpc>
              <a:buFont typeface="Arial" panose="020B0604020202020204" pitchFamily="34" charset="0"/>
              <a:buChar char="•"/>
            </a:pPr>
            <a:r>
              <a:rPr lang="en-US" sz="1050" dirty="0">
                <a:solidFill>
                  <a:srgbClr val="FFFFFF"/>
                </a:solidFill>
              </a:rPr>
              <a:t>Team Coordination</a:t>
            </a:r>
          </a:p>
          <a:p>
            <a:pPr marL="742950" lvl="1" indent="-228600" algn="l" defTabSz="914400">
              <a:lnSpc>
                <a:spcPct val="90000"/>
              </a:lnSpc>
              <a:buFont typeface="Arial" panose="020B0604020202020204" pitchFamily="34" charset="0"/>
              <a:buChar char="•"/>
            </a:pPr>
            <a:r>
              <a:rPr lang="en-US" sz="1050" dirty="0">
                <a:solidFill>
                  <a:srgbClr val="FFFFFF"/>
                </a:solidFill>
              </a:rPr>
              <a:t>Challenge: Managing remote teamwork and coordinating between members.</a:t>
            </a:r>
          </a:p>
          <a:p>
            <a:pPr marL="742950" lvl="1" indent="-228600" algn="l" defTabSz="914400">
              <a:lnSpc>
                <a:spcPct val="90000"/>
              </a:lnSpc>
              <a:buFont typeface="Arial" panose="020B0604020202020204" pitchFamily="34" charset="0"/>
              <a:buChar char="•"/>
            </a:pPr>
            <a:r>
              <a:rPr lang="en-US" sz="1050" dirty="0">
                <a:solidFill>
                  <a:srgbClr val="FFFFFF"/>
                </a:solidFill>
              </a:rPr>
              <a:t>Solution: Scheduled regular team meetings and tracked progress in a shared document for real-time collaboration.</a:t>
            </a:r>
          </a:p>
          <a:p>
            <a:pPr indent="-228600" algn="l" defTabSz="914400">
              <a:lnSpc>
                <a:spcPct val="90000"/>
              </a:lnSpc>
              <a:buFont typeface="Arial" panose="020B0604020202020204" pitchFamily="34" charset="0"/>
              <a:buChar char="•"/>
            </a:pPr>
            <a:endParaRPr lang="en-US" sz="1050" dirty="0">
              <a:solidFill>
                <a:srgbClr val="FFFFFF"/>
              </a:solidFill>
            </a:endParaRPr>
          </a:p>
        </p:txBody>
      </p:sp>
    </p:spTree>
    <p:extLst>
      <p:ext uri="{BB962C8B-B14F-4D97-AF65-F5344CB8AC3E}">
        <p14:creationId xmlns:p14="http://schemas.microsoft.com/office/powerpoint/2010/main" val="3223871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4" name="Picture 33" descr="A blurry blue and white lights&#10;&#10;AI-generated content may be incorrect.">
            <a:extLst>
              <a:ext uri="{FF2B5EF4-FFF2-40B4-BE49-F238E27FC236}">
                <a16:creationId xmlns:a16="http://schemas.microsoft.com/office/drawing/2014/main" id="{CAAA95CC-240A-9678-F9AD-10A98FDDE52F}"/>
              </a:ext>
            </a:extLst>
          </p:cNvPr>
          <p:cNvPicPr>
            <a:picLocks noChangeAspect="1"/>
          </p:cNvPicPr>
          <p:nvPr/>
        </p:nvPicPr>
        <p:blipFill>
          <a:blip r:embed="rId2">
            <a:duotone>
              <a:prstClr val="black"/>
              <a:schemeClr val="tx2">
                <a:tint val="45000"/>
                <a:satMod val="400000"/>
              </a:schemeClr>
            </a:duotone>
            <a:alphaModFix amt="25000"/>
          </a:blip>
          <a:srcRect l="5005" r="5994" b="-1"/>
          <a:stretch/>
        </p:blipFill>
        <p:spPr>
          <a:xfrm>
            <a:off x="20" y="10"/>
            <a:ext cx="9143980" cy="6857990"/>
          </a:xfrm>
          <a:prstGeom prst="rect">
            <a:avLst/>
          </a:prstGeom>
        </p:spPr>
      </p:pic>
      <p:sp>
        <p:nvSpPr>
          <p:cNvPr id="2" name="Title 1">
            <a:extLst>
              <a:ext uri="{FF2B5EF4-FFF2-40B4-BE49-F238E27FC236}">
                <a16:creationId xmlns:a16="http://schemas.microsoft.com/office/drawing/2014/main" id="{0F81BCD9-D853-9DCD-B04B-18CCA12F8F6A}"/>
              </a:ext>
            </a:extLst>
          </p:cNvPr>
          <p:cNvSpPr>
            <a:spLocks noGrp="1"/>
          </p:cNvSpPr>
          <p:nvPr>
            <p:ph type="title"/>
          </p:nvPr>
        </p:nvSpPr>
        <p:spPr>
          <a:xfrm>
            <a:off x="628650" y="365125"/>
            <a:ext cx="7886700" cy="1325563"/>
          </a:xfrm>
        </p:spPr>
        <p:txBody>
          <a:bodyPr>
            <a:normAutofit/>
          </a:bodyPr>
          <a:lstStyle/>
          <a:p>
            <a:pPr>
              <a:lnSpc>
                <a:spcPct val="90000"/>
              </a:lnSpc>
              <a:buNone/>
            </a:pPr>
            <a:r>
              <a:rPr lang="en-US" sz="2400" dirty="0"/>
              <a:t>Future Enhancement</a:t>
            </a:r>
            <a:br>
              <a:rPr lang="en-US" sz="1400" dirty="0"/>
            </a:br>
            <a:r>
              <a:rPr lang="en-US" sz="1600" dirty="0"/>
              <a:t>As the system continues to evolve, several enhancements could improve the functionality and user experience of the </a:t>
            </a:r>
            <a:r>
              <a:rPr lang="en-US" sz="1600" b="1" dirty="0" err="1"/>
              <a:t>HealthyLife</a:t>
            </a:r>
            <a:r>
              <a:rPr lang="en-US" sz="1600" b="1" dirty="0"/>
              <a:t> Clinic Appointment Scheduling System</a:t>
            </a:r>
            <a:r>
              <a:rPr lang="en-US" sz="1600" dirty="0"/>
              <a:t>:</a:t>
            </a:r>
            <a:br>
              <a:rPr lang="en-US" sz="1400" dirty="0"/>
            </a:br>
            <a:endParaRPr lang="en-US" sz="1400" dirty="0"/>
          </a:p>
        </p:txBody>
      </p:sp>
      <p:graphicFrame>
        <p:nvGraphicFramePr>
          <p:cNvPr id="35" name="Content Placeholder 6">
            <a:extLst>
              <a:ext uri="{FF2B5EF4-FFF2-40B4-BE49-F238E27FC236}">
                <a16:creationId xmlns:a16="http://schemas.microsoft.com/office/drawing/2014/main" id="{68A74FD5-1C77-2A52-7AE3-96377621110E}"/>
              </a:ext>
            </a:extLst>
          </p:cNvPr>
          <p:cNvGraphicFramePr>
            <a:graphicFrameLocks noGrp="1"/>
          </p:cNvGraphicFramePr>
          <p:nvPr>
            <p:ph idx="1"/>
            <p:extLst>
              <p:ext uri="{D42A27DB-BD31-4B8C-83A1-F6EECF244321}">
                <p14:modId xmlns:p14="http://schemas.microsoft.com/office/powerpoint/2010/main" val="368219369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663698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37792E-171E-A48C-849D-E378C0CD8E80}"/>
              </a:ext>
            </a:extLst>
          </p:cNvPr>
          <p:cNvSpPr>
            <a:spLocks noGrp="1"/>
          </p:cNvSpPr>
          <p:nvPr>
            <p:ph type="title"/>
          </p:nvPr>
        </p:nvSpPr>
        <p:spPr>
          <a:xfrm>
            <a:off x="628650" y="365125"/>
            <a:ext cx="7886700" cy="1325563"/>
          </a:xfrm>
        </p:spPr>
        <p:txBody>
          <a:bodyPr>
            <a:normAutofit/>
          </a:bodyPr>
          <a:lstStyle/>
          <a:p>
            <a:pPr>
              <a:lnSpc>
                <a:spcPct val="90000"/>
              </a:lnSpc>
            </a:pPr>
            <a:r>
              <a:rPr lang="en-US" sz="2200" dirty="0">
                <a:solidFill>
                  <a:schemeClr val="bg1"/>
                </a:solidFill>
              </a:rPr>
              <a:t>Project Conclusion</a:t>
            </a:r>
            <a:br>
              <a:rPr lang="en-US" sz="2200" dirty="0">
                <a:solidFill>
                  <a:schemeClr val="bg1"/>
                </a:solidFill>
              </a:rPr>
            </a:br>
            <a:r>
              <a:rPr lang="en-US" sz="2200" dirty="0">
                <a:solidFill>
                  <a:schemeClr val="bg1"/>
                </a:solidFill>
                <a:highlight>
                  <a:srgbClr val="800000"/>
                </a:highlight>
              </a:rPr>
              <a:t>The </a:t>
            </a:r>
            <a:r>
              <a:rPr lang="en-US" sz="2200" b="1" dirty="0" err="1">
                <a:solidFill>
                  <a:schemeClr val="bg1"/>
                </a:solidFill>
                <a:highlight>
                  <a:srgbClr val="800000"/>
                </a:highlight>
              </a:rPr>
              <a:t>HealthyLife</a:t>
            </a:r>
            <a:r>
              <a:rPr lang="en-US" sz="2200" b="1" dirty="0">
                <a:solidFill>
                  <a:schemeClr val="bg1"/>
                </a:solidFill>
                <a:highlight>
                  <a:srgbClr val="800000"/>
                </a:highlight>
              </a:rPr>
              <a:t> Clinic Appointment Scheduling System</a:t>
            </a:r>
            <a:r>
              <a:rPr lang="en-US" sz="2200" dirty="0">
                <a:solidFill>
                  <a:schemeClr val="bg1"/>
                </a:solidFill>
                <a:highlight>
                  <a:srgbClr val="800000"/>
                </a:highlight>
              </a:rPr>
              <a:t> successfully achieved the following objectives</a:t>
            </a:r>
            <a:r>
              <a:rPr lang="en-US" sz="2200" dirty="0">
                <a:solidFill>
                  <a:schemeClr val="bg1"/>
                </a:solidFill>
                <a:highlight>
                  <a:srgbClr val="FFFF00"/>
                </a:highlight>
              </a:rPr>
              <a:t>:</a:t>
            </a:r>
            <a:br>
              <a:rPr lang="en-US" sz="2200" dirty="0">
                <a:solidFill>
                  <a:schemeClr val="bg1"/>
                </a:solidFill>
              </a:rPr>
            </a:br>
            <a:endParaRPr lang="en-US" sz="2200" dirty="0">
              <a:solidFill>
                <a:schemeClr val="bg1"/>
              </a:solidFill>
            </a:endParaRPr>
          </a:p>
        </p:txBody>
      </p:sp>
      <p:sp>
        <p:nvSpPr>
          <p:cNvPr id="43"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1681544"/>
            <a:ext cx="7269480" cy="18288"/>
          </a:xfrm>
          <a:custGeom>
            <a:avLst/>
            <a:gdLst>
              <a:gd name="connsiteX0" fmla="*/ 0 w 7269480"/>
              <a:gd name="connsiteY0" fmla="*/ 0 h 18288"/>
              <a:gd name="connsiteX1" fmla="*/ 733557 w 7269480"/>
              <a:gd name="connsiteY1" fmla="*/ 0 h 18288"/>
              <a:gd name="connsiteX2" fmla="*/ 1249029 w 7269480"/>
              <a:gd name="connsiteY2" fmla="*/ 0 h 18288"/>
              <a:gd name="connsiteX3" fmla="*/ 1764501 w 7269480"/>
              <a:gd name="connsiteY3" fmla="*/ 0 h 18288"/>
              <a:gd name="connsiteX4" fmla="*/ 2207278 w 7269480"/>
              <a:gd name="connsiteY4" fmla="*/ 0 h 18288"/>
              <a:gd name="connsiteX5" fmla="*/ 3013530 w 7269480"/>
              <a:gd name="connsiteY5" fmla="*/ 0 h 18288"/>
              <a:gd name="connsiteX6" fmla="*/ 3819781 w 7269480"/>
              <a:gd name="connsiteY6" fmla="*/ 0 h 18288"/>
              <a:gd name="connsiteX7" fmla="*/ 4626033 w 7269480"/>
              <a:gd name="connsiteY7" fmla="*/ 0 h 18288"/>
              <a:gd name="connsiteX8" fmla="*/ 5068810 w 7269480"/>
              <a:gd name="connsiteY8" fmla="*/ 0 h 18288"/>
              <a:gd name="connsiteX9" fmla="*/ 5656977 w 7269480"/>
              <a:gd name="connsiteY9" fmla="*/ 0 h 18288"/>
              <a:gd name="connsiteX10" fmla="*/ 6099755 w 7269480"/>
              <a:gd name="connsiteY10" fmla="*/ 0 h 18288"/>
              <a:gd name="connsiteX11" fmla="*/ 7269480 w 7269480"/>
              <a:gd name="connsiteY11" fmla="*/ 0 h 18288"/>
              <a:gd name="connsiteX12" fmla="*/ 7269480 w 7269480"/>
              <a:gd name="connsiteY12" fmla="*/ 18288 h 18288"/>
              <a:gd name="connsiteX13" fmla="*/ 6463229 w 7269480"/>
              <a:gd name="connsiteY13" fmla="*/ 18288 h 18288"/>
              <a:gd name="connsiteX14" fmla="*/ 6020451 w 7269480"/>
              <a:gd name="connsiteY14" fmla="*/ 18288 h 18288"/>
              <a:gd name="connsiteX15" fmla="*/ 5504979 w 7269480"/>
              <a:gd name="connsiteY15" fmla="*/ 18288 h 18288"/>
              <a:gd name="connsiteX16" fmla="*/ 4989507 w 7269480"/>
              <a:gd name="connsiteY16" fmla="*/ 18288 h 18288"/>
              <a:gd name="connsiteX17" fmla="*/ 4474035 w 7269480"/>
              <a:gd name="connsiteY17" fmla="*/ 18288 h 18288"/>
              <a:gd name="connsiteX18" fmla="*/ 3958562 w 7269480"/>
              <a:gd name="connsiteY18" fmla="*/ 18288 h 18288"/>
              <a:gd name="connsiteX19" fmla="*/ 3443090 w 7269480"/>
              <a:gd name="connsiteY19" fmla="*/ 18288 h 18288"/>
              <a:gd name="connsiteX20" fmla="*/ 2709533 w 7269480"/>
              <a:gd name="connsiteY20" fmla="*/ 18288 h 18288"/>
              <a:gd name="connsiteX21" fmla="*/ 2194061 w 7269480"/>
              <a:gd name="connsiteY21" fmla="*/ 18288 h 18288"/>
              <a:gd name="connsiteX22" fmla="*/ 1751284 w 7269480"/>
              <a:gd name="connsiteY22" fmla="*/ 18288 h 18288"/>
              <a:gd name="connsiteX23" fmla="*/ 1163117 w 7269480"/>
              <a:gd name="connsiteY23" fmla="*/ 18288 h 18288"/>
              <a:gd name="connsiteX24" fmla="*/ 0 w 7269480"/>
              <a:gd name="connsiteY24" fmla="*/ 18288 h 18288"/>
              <a:gd name="connsiteX25" fmla="*/ 0 w 7269480"/>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69480" h="18288" fill="none" extrusionOk="0">
                <a:moveTo>
                  <a:pt x="0" y="0"/>
                </a:moveTo>
                <a:cubicBezTo>
                  <a:pt x="252138" y="-34015"/>
                  <a:pt x="430162" y="27723"/>
                  <a:pt x="733557" y="0"/>
                </a:cubicBezTo>
                <a:cubicBezTo>
                  <a:pt x="1036952" y="-27723"/>
                  <a:pt x="1017222" y="-19248"/>
                  <a:pt x="1249029" y="0"/>
                </a:cubicBezTo>
                <a:cubicBezTo>
                  <a:pt x="1480836" y="19248"/>
                  <a:pt x="1642747" y="25626"/>
                  <a:pt x="1764501" y="0"/>
                </a:cubicBezTo>
                <a:cubicBezTo>
                  <a:pt x="1886255" y="-25626"/>
                  <a:pt x="2079425" y="-7842"/>
                  <a:pt x="2207278" y="0"/>
                </a:cubicBezTo>
                <a:cubicBezTo>
                  <a:pt x="2335131" y="7842"/>
                  <a:pt x="2681832" y="37713"/>
                  <a:pt x="3013530" y="0"/>
                </a:cubicBezTo>
                <a:cubicBezTo>
                  <a:pt x="3345228" y="-37713"/>
                  <a:pt x="3481883" y="38779"/>
                  <a:pt x="3819781" y="0"/>
                </a:cubicBezTo>
                <a:cubicBezTo>
                  <a:pt x="4157679" y="-38779"/>
                  <a:pt x="4319607" y="-32632"/>
                  <a:pt x="4626033" y="0"/>
                </a:cubicBezTo>
                <a:cubicBezTo>
                  <a:pt x="4932459" y="32632"/>
                  <a:pt x="4944182" y="17568"/>
                  <a:pt x="5068810" y="0"/>
                </a:cubicBezTo>
                <a:cubicBezTo>
                  <a:pt x="5193438" y="-17568"/>
                  <a:pt x="5378174" y="-16107"/>
                  <a:pt x="5656977" y="0"/>
                </a:cubicBezTo>
                <a:cubicBezTo>
                  <a:pt x="5935780" y="16107"/>
                  <a:pt x="5910190" y="-15070"/>
                  <a:pt x="6099755" y="0"/>
                </a:cubicBezTo>
                <a:cubicBezTo>
                  <a:pt x="6289320" y="15070"/>
                  <a:pt x="6900837" y="-32203"/>
                  <a:pt x="7269480" y="0"/>
                </a:cubicBezTo>
                <a:cubicBezTo>
                  <a:pt x="7268614" y="7958"/>
                  <a:pt x="7270034" y="12943"/>
                  <a:pt x="7269480" y="18288"/>
                </a:cubicBezTo>
                <a:cubicBezTo>
                  <a:pt x="7078692" y="32307"/>
                  <a:pt x="6750249" y="10617"/>
                  <a:pt x="6463229" y="18288"/>
                </a:cubicBezTo>
                <a:cubicBezTo>
                  <a:pt x="6176209" y="25959"/>
                  <a:pt x="6203666" y="39135"/>
                  <a:pt x="6020451" y="18288"/>
                </a:cubicBezTo>
                <a:cubicBezTo>
                  <a:pt x="5837236" y="-2559"/>
                  <a:pt x="5688034" y="-3388"/>
                  <a:pt x="5504979" y="18288"/>
                </a:cubicBezTo>
                <a:cubicBezTo>
                  <a:pt x="5321924" y="39964"/>
                  <a:pt x="5191313" y="7061"/>
                  <a:pt x="4989507" y="18288"/>
                </a:cubicBezTo>
                <a:cubicBezTo>
                  <a:pt x="4787701" y="29515"/>
                  <a:pt x="4612238" y="34989"/>
                  <a:pt x="4474035" y="18288"/>
                </a:cubicBezTo>
                <a:cubicBezTo>
                  <a:pt x="4335832" y="1587"/>
                  <a:pt x="4094545" y="27267"/>
                  <a:pt x="3958562" y="18288"/>
                </a:cubicBezTo>
                <a:cubicBezTo>
                  <a:pt x="3822579" y="9309"/>
                  <a:pt x="3646287" y="-1530"/>
                  <a:pt x="3443090" y="18288"/>
                </a:cubicBezTo>
                <a:cubicBezTo>
                  <a:pt x="3239893" y="38106"/>
                  <a:pt x="3075699" y="9041"/>
                  <a:pt x="2709533" y="18288"/>
                </a:cubicBezTo>
                <a:cubicBezTo>
                  <a:pt x="2343367" y="27535"/>
                  <a:pt x="2428918" y="31018"/>
                  <a:pt x="2194061" y="18288"/>
                </a:cubicBezTo>
                <a:cubicBezTo>
                  <a:pt x="1959204" y="5558"/>
                  <a:pt x="1872298" y="17875"/>
                  <a:pt x="1751284" y="18288"/>
                </a:cubicBezTo>
                <a:cubicBezTo>
                  <a:pt x="1630270" y="18701"/>
                  <a:pt x="1443391" y="30083"/>
                  <a:pt x="1163117" y="18288"/>
                </a:cubicBezTo>
                <a:cubicBezTo>
                  <a:pt x="882843" y="6493"/>
                  <a:pt x="581151" y="4375"/>
                  <a:pt x="0" y="18288"/>
                </a:cubicBezTo>
                <a:cubicBezTo>
                  <a:pt x="493" y="10773"/>
                  <a:pt x="610" y="7338"/>
                  <a:pt x="0" y="0"/>
                </a:cubicBezTo>
                <a:close/>
              </a:path>
              <a:path w="7269480" h="18288" stroke="0" extrusionOk="0">
                <a:moveTo>
                  <a:pt x="0" y="0"/>
                </a:moveTo>
                <a:cubicBezTo>
                  <a:pt x="108514" y="-13627"/>
                  <a:pt x="358377" y="-21600"/>
                  <a:pt x="515472" y="0"/>
                </a:cubicBezTo>
                <a:cubicBezTo>
                  <a:pt x="672567" y="21600"/>
                  <a:pt x="740741" y="1149"/>
                  <a:pt x="958250" y="0"/>
                </a:cubicBezTo>
                <a:cubicBezTo>
                  <a:pt x="1175759" y="-1149"/>
                  <a:pt x="1323521" y="-14908"/>
                  <a:pt x="1473722" y="0"/>
                </a:cubicBezTo>
                <a:cubicBezTo>
                  <a:pt x="1623923" y="14908"/>
                  <a:pt x="1999682" y="13812"/>
                  <a:pt x="2134584" y="0"/>
                </a:cubicBezTo>
                <a:cubicBezTo>
                  <a:pt x="2269486" y="-13812"/>
                  <a:pt x="2558748" y="7617"/>
                  <a:pt x="2868140" y="0"/>
                </a:cubicBezTo>
                <a:cubicBezTo>
                  <a:pt x="3177532" y="-7617"/>
                  <a:pt x="3467796" y="3656"/>
                  <a:pt x="3674392" y="0"/>
                </a:cubicBezTo>
                <a:cubicBezTo>
                  <a:pt x="3880988" y="-3656"/>
                  <a:pt x="4101054" y="-15702"/>
                  <a:pt x="4480643" y="0"/>
                </a:cubicBezTo>
                <a:cubicBezTo>
                  <a:pt x="4860232" y="15702"/>
                  <a:pt x="4906779" y="-6670"/>
                  <a:pt x="5068810" y="0"/>
                </a:cubicBezTo>
                <a:cubicBezTo>
                  <a:pt x="5230841" y="6670"/>
                  <a:pt x="5495019" y="-21055"/>
                  <a:pt x="5802367" y="0"/>
                </a:cubicBezTo>
                <a:cubicBezTo>
                  <a:pt x="6109715" y="21055"/>
                  <a:pt x="6248383" y="9802"/>
                  <a:pt x="6463229" y="0"/>
                </a:cubicBezTo>
                <a:cubicBezTo>
                  <a:pt x="6678075" y="-9802"/>
                  <a:pt x="7063233" y="9440"/>
                  <a:pt x="7269480" y="0"/>
                </a:cubicBezTo>
                <a:cubicBezTo>
                  <a:pt x="7268794" y="7700"/>
                  <a:pt x="7268830" y="13442"/>
                  <a:pt x="7269480" y="18288"/>
                </a:cubicBezTo>
                <a:cubicBezTo>
                  <a:pt x="6950939" y="47121"/>
                  <a:pt x="6756956" y="13096"/>
                  <a:pt x="6608618" y="18288"/>
                </a:cubicBezTo>
                <a:cubicBezTo>
                  <a:pt x="6460280" y="23480"/>
                  <a:pt x="6230655" y="-1538"/>
                  <a:pt x="6020451" y="18288"/>
                </a:cubicBezTo>
                <a:cubicBezTo>
                  <a:pt x="5810247" y="38114"/>
                  <a:pt x="5619850" y="-10448"/>
                  <a:pt x="5432284" y="18288"/>
                </a:cubicBezTo>
                <a:cubicBezTo>
                  <a:pt x="5244718" y="47024"/>
                  <a:pt x="4984575" y="27926"/>
                  <a:pt x="4626033" y="18288"/>
                </a:cubicBezTo>
                <a:cubicBezTo>
                  <a:pt x="4267491" y="8650"/>
                  <a:pt x="4240108" y="40106"/>
                  <a:pt x="4110561" y="18288"/>
                </a:cubicBezTo>
                <a:cubicBezTo>
                  <a:pt x="3981014" y="-3530"/>
                  <a:pt x="3580293" y="41911"/>
                  <a:pt x="3377004" y="18288"/>
                </a:cubicBezTo>
                <a:cubicBezTo>
                  <a:pt x="3173715" y="-5335"/>
                  <a:pt x="3043404" y="10731"/>
                  <a:pt x="2934226" y="18288"/>
                </a:cubicBezTo>
                <a:cubicBezTo>
                  <a:pt x="2825048" y="25845"/>
                  <a:pt x="2427024" y="14732"/>
                  <a:pt x="2273365" y="18288"/>
                </a:cubicBezTo>
                <a:cubicBezTo>
                  <a:pt x="2119706" y="21844"/>
                  <a:pt x="1948744" y="43432"/>
                  <a:pt x="1757892" y="18288"/>
                </a:cubicBezTo>
                <a:cubicBezTo>
                  <a:pt x="1567040" y="-6856"/>
                  <a:pt x="1185958" y="10333"/>
                  <a:pt x="951641" y="18288"/>
                </a:cubicBezTo>
                <a:cubicBezTo>
                  <a:pt x="717324" y="26243"/>
                  <a:pt x="448990" y="-7235"/>
                  <a:pt x="0" y="18288"/>
                </a:cubicBezTo>
                <a:cubicBezTo>
                  <a:pt x="-4" y="9861"/>
                  <a:pt x="135" y="6082"/>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EBAEDDB-37A4-8116-8C78-B00D7AB12B4E}"/>
              </a:ext>
            </a:extLst>
          </p:cNvPr>
          <p:cNvGraphicFramePr>
            <a:graphicFrameLocks noGrp="1"/>
          </p:cNvGraphicFramePr>
          <p:nvPr>
            <p:ph idx="1"/>
            <p:extLst>
              <p:ext uri="{D42A27DB-BD31-4B8C-83A1-F6EECF244321}">
                <p14:modId xmlns:p14="http://schemas.microsoft.com/office/powerpoint/2010/main" val="597042740"/>
              </p:ext>
            </p:extLst>
          </p:nvPr>
        </p:nvGraphicFramePr>
        <p:xfrm>
          <a:off x="628650" y="2004446"/>
          <a:ext cx="7886700" cy="4176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603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739C88-ECF7-7D98-FFC6-31ECFB8A57E7}"/>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a:solidFill>
                  <a:schemeClr val="tx2"/>
                </a:solidFill>
                <a:latin typeface="+mj-lt"/>
                <a:ea typeface="+mj-ea"/>
                <a:cs typeface="+mj-cs"/>
              </a:rPr>
              <a:t>Q&amp;A</a:t>
            </a:r>
          </a:p>
        </p:txBody>
      </p:sp>
      <p:sp>
        <p:nvSpPr>
          <p:cNvPr id="3" name="Content Placeholder 2">
            <a:extLst>
              <a:ext uri="{FF2B5EF4-FFF2-40B4-BE49-F238E27FC236}">
                <a16:creationId xmlns:a16="http://schemas.microsoft.com/office/drawing/2014/main" id="{F89C9E33-E376-6A9E-88F5-43FC6AAB64D1}"/>
              </a:ext>
            </a:extLst>
          </p:cNvPr>
          <p:cNvSpPr>
            <a:spLocks noGrp="1"/>
          </p:cNvSpPr>
          <p:nvPr>
            <p:ph idx="1"/>
          </p:nvPr>
        </p:nvSpPr>
        <p:spPr>
          <a:xfrm>
            <a:off x="4943224" y="3428999"/>
            <a:ext cx="3604268" cy="838831"/>
          </a:xfrm>
        </p:spPr>
        <p:txBody>
          <a:bodyPr vert="horz" lIns="91440" tIns="45720" rIns="91440" bIns="45720" rtlCol="0" anchor="b">
            <a:normAutofit/>
          </a:bodyPr>
          <a:lstStyle/>
          <a:p>
            <a:pPr marL="0" indent="0" defTabSz="914400">
              <a:lnSpc>
                <a:spcPct val="90000"/>
              </a:lnSpc>
              <a:spcBef>
                <a:spcPts val="1000"/>
              </a:spcBef>
              <a:buNone/>
            </a:pPr>
            <a:r>
              <a:rPr lang="en-US" sz="1700" b="1" kern="1200">
                <a:solidFill>
                  <a:schemeClr val="tx2"/>
                </a:solidFill>
                <a:latin typeface="+mn-lt"/>
                <a:ea typeface="+mn-ea"/>
                <a:cs typeface="+mn-cs"/>
              </a:rPr>
              <a:t>Questions &amp; Answers</a:t>
            </a:r>
            <a:br>
              <a:rPr lang="en-US" sz="1700" kern="1200">
                <a:solidFill>
                  <a:schemeClr val="tx2"/>
                </a:solidFill>
                <a:latin typeface="+mn-lt"/>
                <a:ea typeface="+mn-ea"/>
                <a:cs typeface="+mn-cs"/>
              </a:rPr>
            </a:br>
            <a:r>
              <a:rPr lang="en-US" sz="1700" kern="1200">
                <a:solidFill>
                  <a:schemeClr val="tx2"/>
                </a:solidFill>
                <a:latin typeface="+mn-lt"/>
                <a:ea typeface="+mn-ea"/>
                <a:cs typeface="+mn-cs"/>
              </a:rPr>
              <a:t>Thank you for your attention!</a:t>
            </a:r>
            <a:br>
              <a:rPr lang="en-US" sz="1700" kern="1200">
                <a:solidFill>
                  <a:schemeClr val="tx2"/>
                </a:solidFill>
                <a:latin typeface="+mn-lt"/>
                <a:ea typeface="+mn-ea"/>
                <a:cs typeface="+mn-cs"/>
              </a:rPr>
            </a:br>
            <a:r>
              <a:rPr lang="en-US" sz="1700" kern="1200">
                <a:solidFill>
                  <a:schemeClr val="tx2"/>
                </a:solidFill>
                <a:latin typeface="+mn-lt"/>
                <a:ea typeface="+mn-ea"/>
                <a:cs typeface="+mn-cs"/>
              </a:rPr>
              <a:t>Any questions or feedback?</a:t>
            </a:r>
          </a:p>
        </p:txBody>
      </p:sp>
      <p:pic>
        <p:nvPicPr>
          <p:cNvPr id="7" name="Graphic 6" descr="Questions">
            <a:extLst>
              <a:ext uri="{FF2B5EF4-FFF2-40B4-BE49-F238E27FC236}">
                <a16:creationId xmlns:a16="http://schemas.microsoft.com/office/drawing/2014/main" id="{5F463725-9D90-D799-00F8-342FB41C2F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54242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2" name="Picture 11" descr="Empty dining table">
            <a:extLst>
              <a:ext uri="{FF2B5EF4-FFF2-40B4-BE49-F238E27FC236}">
                <a16:creationId xmlns:a16="http://schemas.microsoft.com/office/drawing/2014/main" id="{35B57072-2DBC-840F-723D-03BD57F493C6}"/>
              </a:ext>
            </a:extLst>
          </p:cNvPr>
          <p:cNvPicPr>
            <a:picLocks noChangeAspect="1"/>
          </p:cNvPicPr>
          <p:nvPr/>
        </p:nvPicPr>
        <p:blipFill>
          <a:blip r:embed="rId2">
            <a:alphaModFix amt="60000"/>
          </a:blip>
          <a:srcRect r="10999" b="-1"/>
          <a:stretch/>
        </p:blipFill>
        <p:spPr>
          <a:xfrm>
            <a:off x="20" y="10"/>
            <a:ext cx="9143980" cy="6857990"/>
          </a:xfrm>
          <a:prstGeom prst="rect">
            <a:avLst/>
          </a:prstGeom>
        </p:spPr>
      </p:pic>
      <p:sp>
        <p:nvSpPr>
          <p:cNvPr id="2" name="Title 1">
            <a:extLst>
              <a:ext uri="{FF2B5EF4-FFF2-40B4-BE49-F238E27FC236}">
                <a16:creationId xmlns:a16="http://schemas.microsoft.com/office/drawing/2014/main" id="{D910E889-BA04-F1F6-1A9C-2A745A9B99F3}"/>
              </a:ext>
            </a:extLst>
          </p:cNvPr>
          <p:cNvSpPr>
            <a:spLocks noGrp="1"/>
          </p:cNvSpPr>
          <p:nvPr>
            <p:ph type="title"/>
          </p:nvPr>
        </p:nvSpPr>
        <p:spPr>
          <a:xfrm>
            <a:off x="630936" y="600427"/>
            <a:ext cx="7406640" cy="3299902"/>
          </a:xfrm>
        </p:spPr>
        <p:txBody>
          <a:bodyPr vert="horz" lIns="91440" tIns="45720" rIns="91440" bIns="45720" rtlCol="0" anchor="b">
            <a:normAutofit/>
          </a:bodyPr>
          <a:lstStyle/>
          <a:p>
            <a:pPr algn="l" defTabSz="914400">
              <a:lnSpc>
                <a:spcPct val="90000"/>
              </a:lnSpc>
            </a:pPr>
            <a:r>
              <a:rPr lang="en-US" sz="7100">
                <a:solidFill>
                  <a:srgbClr val="FFFFFF"/>
                </a:solidFill>
              </a:rPr>
              <a:t>Thank You</a:t>
            </a:r>
          </a:p>
        </p:txBody>
      </p:sp>
    </p:spTree>
    <p:extLst>
      <p:ext uri="{BB962C8B-B14F-4D97-AF65-F5344CB8AC3E}">
        <p14:creationId xmlns:p14="http://schemas.microsoft.com/office/powerpoint/2010/main" val="118289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1571</Words>
  <Application>Microsoft Office PowerPoint</Application>
  <PresentationFormat>On-screen Show (4:3)</PresentationFormat>
  <Paragraphs>170</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Cambria</vt:lpstr>
      <vt:lpstr>Office Theme</vt:lpstr>
      <vt:lpstr>Appointment Scheduling System for HealthyLife Clinic</vt:lpstr>
      <vt:lpstr>Team Roles</vt:lpstr>
      <vt:lpstr>Problem Statement</vt:lpstr>
      <vt:lpstr>Project Objectives</vt:lpstr>
      <vt:lpstr>Functional Requirements</vt:lpstr>
      <vt:lpstr>User Interface Mockups</vt:lpstr>
      <vt:lpstr>Database Schema - ER Diagram</vt:lpstr>
      <vt:lpstr>Data Flow Diagram (DFD) </vt:lpstr>
      <vt:lpstr>System Architecture</vt:lpstr>
      <vt:lpstr>Project Timeline</vt:lpstr>
      <vt:lpstr>TeamWork Log</vt:lpstr>
      <vt:lpstr>Challenges &amp; Solutions</vt:lpstr>
      <vt:lpstr>Future Enhancement As the system continues to evolve, several enhancements could improve the functionality and user experience of the HealthyLife Clinic Appointment Scheduling System: </vt:lpstr>
      <vt:lpstr>Project Conclusion The HealthyLife Clinic Appointment Scheduling System successfully achieved the following objectives: </vt:lpstr>
      <vt:lpstr>Q&amp;A</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Yash Patel</dc:creator>
  <cp:keywords/>
  <dc:description>generated using python-pptx</dc:description>
  <cp:lastModifiedBy>Patel, YashMilinkumar</cp:lastModifiedBy>
  <cp:revision>3</cp:revision>
  <dcterms:created xsi:type="dcterms:W3CDTF">2013-01-27T09:14:16Z</dcterms:created>
  <dcterms:modified xsi:type="dcterms:W3CDTF">2025-04-11T16:21:08Z</dcterms:modified>
  <cp:category/>
</cp:coreProperties>
</file>